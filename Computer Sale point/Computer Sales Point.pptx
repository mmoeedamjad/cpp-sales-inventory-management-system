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2"/>
    <p:sldId id="265" r:id="rId3"/>
    <p:sldId id="276" r:id="rId4"/>
    <p:sldId id="267" r:id="rId5"/>
    <p:sldId id="269" r:id="rId6"/>
    <p:sldId id="270" r:id="rId7"/>
    <p:sldId id="271" r:id="rId8"/>
    <p:sldId id="272" r:id="rId9"/>
    <p:sldId id="273" r:id="rId10"/>
    <p:sldId id="274" r:id="rId11"/>
    <p:sldId id="27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>
      <p:cViewPr varScale="1">
        <p:scale>
          <a:sx n="67" d="100"/>
          <a:sy n="67" d="100"/>
        </p:scale>
        <p:origin x="644" y="44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63" d="100"/>
          <a:sy n="63" d="100"/>
        </p:scale>
        <p:origin x="283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53CC6D8-DEFC-45FD-8207-E1ECCC27EA85}" type="doc">
      <dgm:prSet loTypeId="urn:microsoft.com/office/officeart/2005/8/layout/lProcess1" loCatId="process" qsTypeId="urn:microsoft.com/office/officeart/2005/8/quickstyle/simple4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516A4DDC-76BD-494E-B503-625555CCBC4A}">
      <dgm:prSet phldrT="[Text]"/>
      <dgm:spPr/>
      <dgm:t>
        <a:bodyPr/>
        <a:lstStyle/>
        <a:p>
          <a:r>
            <a:rPr lang="en-US" dirty="0"/>
            <a:t>Main Func</a:t>
          </a:r>
        </a:p>
      </dgm:t>
    </dgm:pt>
    <dgm:pt modelId="{133DE2D2-6278-469E-8A80-F71EA996A07A}" type="parTrans" cxnId="{7B595755-BE81-46A0-903D-004D1EF6EE33}">
      <dgm:prSet/>
      <dgm:spPr/>
      <dgm:t>
        <a:bodyPr/>
        <a:lstStyle/>
        <a:p>
          <a:endParaRPr lang="en-US"/>
        </a:p>
      </dgm:t>
    </dgm:pt>
    <dgm:pt modelId="{AE4D7DCA-0B66-4207-B896-C721B2CB4C13}" type="sibTrans" cxnId="{7B595755-BE81-46A0-903D-004D1EF6EE33}">
      <dgm:prSet/>
      <dgm:spPr/>
      <dgm:t>
        <a:bodyPr/>
        <a:lstStyle/>
        <a:p>
          <a:endParaRPr lang="en-US"/>
        </a:p>
      </dgm:t>
    </dgm:pt>
    <dgm:pt modelId="{41E3B52E-71B8-4BD0-B1ED-D051FFB12506}">
      <dgm:prSet phldrT="[Text]"/>
      <dgm:spPr/>
      <dgm:t>
        <a:bodyPr/>
        <a:lstStyle/>
        <a:p>
          <a:r>
            <a:rPr lang="en-US" dirty="0"/>
            <a:t>Store Funcs</a:t>
          </a:r>
        </a:p>
      </dgm:t>
    </dgm:pt>
    <dgm:pt modelId="{DA206B73-34B1-48E4-A513-9978853BF217}" type="parTrans" cxnId="{0F0D3551-AF94-422C-87FE-80E4E27CB025}">
      <dgm:prSet/>
      <dgm:spPr/>
      <dgm:t>
        <a:bodyPr/>
        <a:lstStyle/>
        <a:p>
          <a:endParaRPr lang="en-US"/>
        </a:p>
      </dgm:t>
    </dgm:pt>
    <dgm:pt modelId="{2436D701-8B79-4C2B-92A4-52BC1BA24775}" type="sibTrans" cxnId="{0F0D3551-AF94-422C-87FE-80E4E27CB025}">
      <dgm:prSet/>
      <dgm:spPr/>
      <dgm:t>
        <a:bodyPr/>
        <a:lstStyle/>
        <a:p>
          <a:endParaRPr lang="en-US"/>
        </a:p>
      </dgm:t>
    </dgm:pt>
    <dgm:pt modelId="{CD410504-9F7F-47AE-B46E-CE985680360F}">
      <dgm:prSet phldrT="[Text]"/>
      <dgm:spPr/>
      <dgm:t>
        <a:bodyPr/>
        <a:lstStyle/>
        <a:p>
          <a:r>
            <a:rPr lang="en-US" dirty="0"/>
            <a:t>Import store’s data from a file</a:t>
          </a:r>
        </a:p>
      </dgm:t>
    </dgm:pt>
    <dgm:pt modelId="{995C4470-49EF-4BD9-B00A-AD612181AB58}" type="parTrans" cxnId="{6B045370-B4FF-427A-9929-461476AAE193}">
      <dgm:prSet/>
      <dgm:spPr/>
      <dgm:t>
        <a:bodyPr/>
        <a:lstStyle/>
        <a:p>
          <a:endParaRPr lang="en-US"/>
        </a:p>
      </dgm:t>
    </dgm:pt>
    <dgm:pt modelId="{2B847D36-6E88-4DD3-AABD-579C99426233}" type="sibTrans" cxnId="{6B045370-B4FF-427A-9929-461476AAE193}">
      <dgm:prSet/>
      <dgm:spPr/>
      <dgm:t>
        <a:bodyPr/>
        <a:lstStyle/>
        <a:p>
          <a:endParaRPr lang="en-US"/>
        </a:p>
      </dgm:t>
    </dgm:pt>
    <dgm:pt modelId="{C4FF5CFA-9CEF-4C34-984A-CC28F232798F}">
      <dgm:prSet phldrT="[Text]"/>
      <dgm:spPr/>
      <dgm:t>
        <a:bodyPr/>
        <a:lstStyle/>
        <a:p>
          <a:r>
            <a:rPr lang="en-US" dirty="0"/>
            <a:t>Import sales’ data from file</a:t>
          </a:r>
        </a:p>
      </dgm:t>
    </dgm:pt>
    <dgm:pt modelId="{92813948-C227-4EB2-8530-43003E3CB375}" type="parTrans" cxnId="{710659EC-6706-425F-81BB-5F1E070F7D4D}">
      <dgm:prSet/>
      <dgm:spPr/>
      <dgm:t>
        <a:bodyPr/>
        <a:lstStyle/>
        <a:p>
          <a:endParaRPr lang="en-US"/>
        </a:p>
      </dgm:t>
    </dgm:pt>
    <dgm:pt modelId="{B551F8FA-E415-4EE1-BA68-D13E7D2E980B}" type="sibTrans" cxnId="{710659EC-6706-425F-81BB-5F1E070F7D4D}">
      <dgm:prSet/>
      <dgm:spPr/>
      <dgm:t>
        <a:bodyPr/>
        <a:lstStyle/>
        <a:p>
          <a:endParaRPr lang="en-US"/>
        </a:p>
      </dgm:t>
    </dgm:pt>
    <dgm:pt modelId="{5CBEC7DD-A25D-4956-9A65-6EA385F6FCB5}">
      <dgm:prSet phldrT="[Text]"/>
      <dgm:spPr/>
      <dgm:t>
        <a:bodyPr/>
        <a:lstStyle/>
        <a:p>
          <a:r>
            <a:rPr lang="en-US" dirty="0"/>
            <a:t>Addition of data in store</a:t>
          </a:r>
        </a:p>
      </dgm:t>
    </dgm:pt>
    <dgm:pt modelId="{F342D04F-4D11-41CC-AB66-36041A902B44}" type="parTrans" cxnId="{0687A885-2354-4E9E-B313-4269283F0057}">
      <dgm:prSet/>
      <dgm:spPr/>
      <dgm:t>
        <a:bodyPr/>
        <a:lstStyle/>
        <a:p>
          <a:endParaRPr lang="en-US"/>
        </a:p>
      </dgm:t>
    </dgm:pt>
    <dgm:pt modelId="{BD0F67B1-39E4-45ED-9534-FB8F89E8EEF6}" type="sibTrans" cxnId="{0687A885-2354-4E9E-B313-4269283F0057}">
      <dgm:prSet/>
      <dgm:spPr/>
      <dgm:t>
        <a:bodyPr/>
        <a:lstStyle/>
        <a:p>
          <a:endParaRPr lang="en-US"/>
        </a:p>
      </dgm:t>
    </dgm:pt>
    <dgm:pt modelId="{33BF0E2A-2B00-40A5-832E-FC800DCA5982}">
      <dgm:prSet phldrT="[Text]"/>
      <dgm:spPr/>
      <dgm:t>
        <a:bodyPr/>
        <a:lstStyle/>
        <a:p>
          <a:r>
            <a:rPr lang="en-US" dirty="0"/>
            <a:t>Store Data Updating</a:t>
          </a:r>
        </a:p>
      </dgm:t>
    </dgm:pt>
    <dgm:pt modelId="{F8C31ED9-A2C0-4A09-A419-0AE9A44BB8DF}" type="parTrans" cxnId="{B522739A-4DEE-43CF-9357-A84EF1EEE7ED}">
      <dgm:prSet/>
      <dgm:spPr/>
      <dgm:t>
        <a:bodyPr/>
        <a:lstStyle/>
        <a:p>
          <a:endParaRPr lang="en-US"/>
        </a:p>
      </dgm:t>
    </dgm:pt>
    <dgm:pt modelId="{E373698D-1356-47A7-A591-B72BFE77C3D1}" type="sibTrans" cxnId="{B522739A-4DEE-43CF-9357-A84EF1EEE7ED}">
      <dgm:prSet/>
      <dgm:spPr/>
      <dgm:t>
        <a:bodyPr/>
        <a:lstStyle/>
        <a:p>
          <a:endParaRPr lang="en-US"/>
        </a:p>
      </dgm:t>
    </dgm:pt>
    <dgm:pt modelId="{F7CED298-1605-4B60-9FC8-0A4C25C5AA00}">
      <dgm:prSet phldrT="[Text]"/>
      <dgm:spPr/>
      <dgm:t>
        <a:bodyPr/>
        <a:lstStyle/>
        <a:p>
          <a:r>
            <a:rPr lang="en-US" dirty="0"/>
            <a:t>Perform action according to user’s choice</a:t>
          </a:r>
        </a:p>
      </dgm:t>
    </dgm:pt>
    <dgm:pt modelId="{618E2D9E-4CAE-48D5-9A0F-94DAE74A2D69}" type="parTrans" cxnId="{206D6826-92C5-4EEE-A28E-254E966FF0A0}">
      <dgm:prSet/>
      <dgm:spPr/>
      <dgm:t>
        <a:bodyPr/>
        <a:lstStyle/>
        <a:p>
          <a:endParaRPr lang="en-US"/>
        </a:p>
      </dgm:t>
    </dgm:pt>
    <dgm:pt modelId="{1009FF03-5F93-449C-AF20-55447EEE50AB}" type="sibTrans" cxnId="{206D6826-92C5-4EEE-A28E-254E966FF0A0}">
      <dgm:prSet/>
      <dgm:spPr/>
      <dgm:t>
        <a:bodyPr/>
        <a:lstStyle/>
        <a:p>
          <a:endParaRPr lang="en-US"/>
        </a:p>
      </dgm:t>
    </dgm:pt>
    <dgm:pt modelId="{87D09C77-9C5B-45C2-ACC9-ACEA66F18198}">
      <dgm:prSet phldrT="[Text]"/>
      <dgm:spPr/>
      <dgm:t>
        <a:bodyPr/>
        <a:lstStyle/>
        <a:p>
          <a:r>
            <a:rPr lang="en-US" dirty="0"/>
            <a:t>“Funcs” are called in IF statements</a:t>
          </a:r>
        </a:p>
      </dgm:t>
    </dgm:pt>
    <dgm:pt modelId="{A7A65ADC-DB8A-4F76-8458-BC8354307C90}" type="parTrans" cxnId="{542EFA5A-B279-4120-B9BA-FE4ABDE4AFDD}">
      <dgm:prSet/>
      <dgm:spPr/>
      <dgm:t>
        <a:bodyPr/>
        <a:lstStyle/>
        <a:p>
          <a:endParaRPr lang="en-US"/>
        </a:p>
      </dgm:t>
    </dgm:pt>
    <dgm:pt modelId="{8234610D-6FEE-4546-99B0-60EDB0B3BAEC}" type="sibTrans" cxnId="{542EFA5A-B279-4120-B9BA-FE4ABDE4AFDD}">
      <dgm:prSet/>
      <dgm:spPr/>
      <dgm:t>
        <a:bodyPr/>
        <a:lstStyle/>
        <a:p>
          <a:endParaRPr lang="en-US"/>
        </a:p>
      </dgm:t>
    </dgm:pt>
    <dgm:pt modelId="{CAE20587-4D50-4B6B-A17D-199722D630E2}">
      <dgm:prSet phldrT="[Text]"/>
      <dgm:spPr/>
      <dgm:t>
        <a:bodyPr/>
        <a:lstStyle/>
        <a:p>
          <a:r>
            <a:rPr lang="en-US" dirty="0"/>
            <a:t>Store Data Deleting</a:t>
          </a:r>
        </a:p>
      </dgm:t>
    </dgm:pt>
    <dgm:pt modelId="{6CEBC692-6F9A-47B4-948E-5AEB8FCFD251}" type="parTrans" cxnId="{D22C632F-8F8B-48FF-A898-48FD446A5F78}">
      <dgm:prSet/>
      <dgm:spPr/>
      <dgm:t>
        <a:bodyPr/>
        <a:lstStyle/>
        <a:p>
          <a:endParaRPr lang="en-US"/>
        </a:p>
      </dgm:t>
    </dgm:pt>
    <dgm:pt modelId="{7656320D-CC13-4DD7-8A30-F9FDC84AC6F2}" type="sibTrans" cxnId="{D22C632F-8F8B-48FF-A898-48FD446A5F78}">
      <dgm:prSet/>
      <dgm:spPr/>
      <dgm:t>
        <a:bodyPr/>
        <a:lstStyle/>
        <a:p>
          <a:endParaRPr lang="en-US"/>
        </a:p>
      </dgm:t>
    </dgm:pt>
    <dgm:pt modelId="{5CA89521-836B-470D-B51C-F8A4714D4EFF}">
      <dgm:prSet phldrT="[Text]"/>
      <dgm:spPr/>
      <dgm:t>
        <a:bodyPr/>
        <a:lstStyle/>
        <a:p>
          <a:r>
            <a:rPr lang="en-US" dirty="0"/>
            <a:t>Sales Funcs</a:t>
          </a:r>
        </a:p>
      </dgm:t>
    </dgm:pt>
    <dgm:pt modelId="{D7F37AAF-020D-463D-9735-A1336884A6AE}" type="parTrans" cxnId="{6D853954-67EB-442C-9F5A-866B9247A562}">
      <dgm:prSet/>
      <dgm:spPr/>
      <dgm:t>
        <a:bodyPr/>
        <a:lstStyle/>
        <a:p>
          <a:endParaRPr lang="en-US"/>
        </a:p>
      </dgm:t>
    </dgm:pt>
    <dgm:pt modelId="{C27250CA-FF59-4A03-8472-477331DB98EB}" type="sibTrans" cxnId="{6D853954-67EB-442C-9F5A-866B9247A562}">
      <dgm:prSet/>
      <dgm:spPr/>
      <dgm:t>
        <a:bodyPr/>
        <a:lstStyle/>
        <a:p>
          <a:endParaRPr lang="en-US"/>
        </a:p>
      </dgm:t>
    </dgm:pt>
    <dgm:pt modelId="{63746B76-9534-4F4F-B65B-B8A9AACC03F9}">
      <dgm:prSet phldrT="[Text]"/>
      <dgm:spPr/>
      <dgm:t>
        <a:bodyPr/>
        <a:lstStyle/>
        <a:p>
          <a:r>
            <a:rPr lang="en-US" dirty="0"/>
            <a:t>Customer’s Info Collection</a:t>
          </a:r>
        </a:p>
      </dgm:t>
    </dgm:pt>
    <dgm:pt modelId="{525F31A2-90BB-4E18-B1F5-10D38B8099D9}" type="parTrans" cxnId="{36634D94-C210-4DDC-A75A-FBCAAFC75039}">
      <dgm:prSet/>
      <dgm:spPr/>
      <dgm:t>
        <a:bodyPr/>
        <a:lstStyle/>
        <a:p>
          <a:endParaRPr lang="en-US"/>
        </a:p>
      </dgm:t>
    </dgm:pt>
    <dgm:pt modelId="{A9C1E709-4F9E-4AAB-BB7C-51A08921302E}" type="sibTrans" cxnId="{36634D94-C210-4DDC-A75A-FBCAAFC75039}">
      <dgm:prSet/>
      <dgm:spPr/>
      <dgm:t>
        <a:bodyPr/>
        <a:lstStyle/>
        <a:p>
          <a:endParaRPr lang="en-US"/>
        </a:p>
      </dgm:t>
    </dgm:pt>
    <dgm:pt modelId="{5CB20C1A-D92D-4DED-BB1B-D113E2006C55}">
      <dgm:prSet phldrT="[Text]"/>
      <dgm:spPr/>
      <dgm:t>
        <a:bodyPr/>
        <a:lstStyle/>
        <a:p>
          <a:r>
            <a:rPr lang="en-US" dirty="0"/>
            <a:t>Product’s Data Collection for sale</a:t>
          </a:r>
        </a:p>
      </dgm:t>
    </dgm:pt>
    <dgm:pt modelId="{5ABE8E5F-26E3-4C88-A09C-44363B99D147}" type="parTrans" cxnId="{D1EB8A19-014C-42AE-9F8D-325E631D8FE9}">
      <dgm:prSet/>
      <dgm:spPr/>
      <dgm:t>
        <a:bodyPr/>
        <a:lstStyle/>
        <a:p>
          <a:endParaRPr lang="en-US"/>
        </a:p>
      </dgm:t>
    </dgm:pt>
    <dgm:pt modelId="{7BA6E93A-EC79-4425-BCAD-9518E06A22F9}" type="sibTrans" cxnId="{D1EB8A19-014C-42AE-9F8D-325E631D8FE9}">
      <dgm:prSet/>
      <dgm:spPr/>
      <dgm:t>
        <a:bodyPr/>
        <a:lstStyle/>
        <a:p>
          <a:endParaRPr lang="en-US"/>
        </a:p>
      </dgm:t>
    </dgm:pt>
    <dgm:pt modelId="{65A558B1-ECE0-40B0-B507-31C447638DE7}">
      <dgm:prSet phldrT="[Text]"/>
      <dgm:spPr/>
      <dgm:t>
        <a:bodyPr/>
        <a:lstStyle/>
        <a:p>
          <a:r>
            <a:rPr lang="en-US" dirty="0"/>
            <a:t>Display Functions</a:t>
          </a:r>
        </a:p>
      </dgm:t>
    </dgm:pt>
    <dgm:pt modelId="{C44C4E96-D74C-4C2B-BB47-174C77697E9B}" type="parTrans" cxnId="{729C53D6-1F3C-44CF-9270-13CB10EECB94}">
      <dgm:prSet/>
      <dgm:spPr/>
    </dgm:pt>
    <dgm:pt modelId="{E5CDC942-D1CC-482B-A0EF-5079CAFE06EB}" type="sibTrans" cxnId="{729C53D6-1F3C-44CF-9270-13CB10EECB94}">
      <dgm:prSet/>
      <dgm:spPr/>
    </dgm:pt>
    <dgm:pt modelId="{7EF04B2A-159C-46ED-B474-961B33472598}">
      <dgm:prSet phldrT="[Text]"/>
      <dgm:spPr/>
      <dgm:t>
        <a:bodyPr/>
        <a:lstStyle/>
        <a:p>
          <a:r>
            <a:rPr lang="en-US" dirty="0"/>
            <a:t>Menu</a:t>
          </a:r>
        </a:p>
      </dgm:t>
    </dgm:pt>
    <dgm:pt modelId="{307B5CF0-51D8-4E5D-9046-863091C0B51B}" type="parTrans" cxnId="{4B5C325A-4620-4D6C-BEDE-CB45BC4EB646}">
      <dgm:prSet/>
      <dgm:spPr/>
      <dgm:t>
        <a:bodyPr/>
        <a:lstStyle/>
        <a:p>
          <a:endParaRPr lang="en-PK"/>
        </a:p>
      </dgm:t>
    </dgm:pt>
    <dgm:pt modelId="{0842D17C-E38A-4A1D-819A-EC544721F580}" type="sibTrans" cxnId="{4B5C325A-4620-4D6C-BEDE-CB45BC4EB646}">
      <dgm:prSet/>
      <dgm:spPr/>
      <dgm:t>
        <a:bodyPr/>
        <a:lstStyle/>
        <a:p>
          <a:endParaRPr lang="en-PK"/>
        </a:p>
      </dgm:t>
    </dgm:pt>
    <dgm:pt modelId="{925D4C7D-53C7-4321-B069-554C32B08B51}">
      <dgm:prSet phldrT="[Text]"/>
      <dgm:spPr/>
      <dgm:t>
        <a:bodyPr/>
        <a:lstStyle/>
        <a:p>
          <a:r>
            <a:rPr lang="en-US" dirty="0"/>
            <a:t>Store Data</a:t>
          </a:r>
        </a:p>
      </dgm:t>
    </dgm:pt>
    <dgm:pt modelId="{9CD73A45-4264-417D-BD93-F831311FC574}" type="parTrans" cxnId="{B6E070D1-2904-4877-B77D-407E28D8C1A6}">
      <dgm:prSet/>
      <dgm:spPr/>
      <dgm:t>
        <a:bodyPr/>
        <a:lstStyle/>
        <a:p>
          <a:endParaRPr lang="en-PK"/>
        </a:p>
      </dgm:t>
    </dgm:pt>
    <dgm:pt modelId="{876C8DB6-3434-4122-BC2F-1884011F8B47}" type="sibTrans" cxnId="{B6E070D1-2904-4877-B77D-407E28D8C1A6}">
      <dgm:prSet/>
      <dgm:spPr/>
      <dgm:t>
        <a:bodyPr/>
        <a:lstStyle/>
        <a:p>
          <a:endParaRPr lang="en-PK"/>
        </a:p>
      </dgm:t>
    </dgm:pt>
    <dgm:pt modelId="{CB285CA3-894F-40BA-BF22-5509204F75DC}">
      <dgm:prSet phldrT="[Text]"/>
      <dgm:spPr/>
      <dgm:t>
        <a:bodyPr/>
        <a:lstStyle/>
        <a:p>
          <a:r>
            <a:rPr lang="en-US" dirty="0"/>
            <a:t>Sale’s Invoice Report</a:t>
          </a:r>
        </a:p>
      </dgm:t>
    </dgm:pt>
    <dgm:pt modelId="{592EDBE8-5F1C-4D68-9464-4D918B7489DF}" type="parTrans" cxnId="{6C23A29D-47FC-451D-908A-E514E5593F18}">
      <dgm:prSet/>
      <dgm:spPr/>
      <dgm:t>
        <a:bodyPr/>
        <a:lstStyle/>
        <a:p>
          <a:endParaRPr lang="en-PK"/>
        </a:p>
      </dgm:t>
    </dgm:pt>
    <dgm:pt modelId="{8D3D530A-7102-43A7-A0DD-6FF27C03E567}" type="sibTrans" cxnId="{6C23A29D-47FC-451D-908A-E514E5593F18}">
      <dgm:prSet/>
      <dgm:spPr/>
      <dgm:t>
        <a:bodyPr/>
        <a:lstStyle/>
        <a:p>
          <a:endParaRPr lang="en-PK"/>
        </a:p>
      </dgm:t>
    </dgm:pt>
    <dgm:pt modelId="{5D65AF87-A8ED-49A2-AAA2-3DD83907E22F}">
      <dgm:prSet phldrT="[Text]"/>
      <dgm:spPr/>
      <dgm:t>
        <a:bodyPr/>
        <a:lstStyle/>
        <a:p>
          <a:r>
            <a:rPr lang="en-US" dirty="0"/>
            <a:t>Structures</a:t>
          </a:r>
        </a:p>
      </dgm:t>
    </dgm:pt>
    <dgm:pt modelId="{05BC5EEB-0224-4FC7-B39A-2B5F06911AB5}" type="parTrans" cxnId="{DC93BF27-17EE-4379-B2D4-5F8FEA8BA9C8}">
      <dgm:prSet/>
      <dgm:spPr/>
    </dgm:pt>
    <dgm:pt modelId="{5D0264D0-8B0B-419F-9241-580F349C48E7}" type="sibTrans" cxnId="{DC93BF27-17EE-4379-B2D4-5F8FEA8BA9C8}">
      <dgm:prSet/>
      <dgm:spPr/>
    </dgm:pt>
    <dgm:pt modelId="{184E5FC2-D33D-4EEA-894C-48C659E25F72}">
      <dgm:prSet phldrT="[Text]"/>
      <dgm:spPr/>
      <dgm:t>
        <a:bodyPr/>
        <a:lstStyle/>
        <a:p>
          <a:r>
            <a:rPr lang="en-US" dirty="0"/>
            <a:t>Store</a:t>
          </a:r>
        </a:p>
      </dgm:t>
    </dgm:pt>
    <dgm:pt modelId="{EAB44BA5-2E15-4B81-8EFD-B1D75B78BC90}" type="parTrans" cxnId="{D042A1A9-EC7E-41BC-9204-25B4B4EC5E56}">
      <dgm:prSet/>
      <dgm:spPr/>
    </dgm:pt>
    <dgm:pt modelId="{CD5C72F0-E9E1-44CB-A6BB-E37603D898C1}" type="sibTrans" cxnId="{D042A1A9-EC7E-41BC-9204-25B4B4EC5E56}">
      <dgm:prSet/>
      <dgm:spPr/>
    </dgm:pt>
    <dgm:pt modelId="{A5B3B06C-D116-4F12-9EA5-D582B70AD1A7}">
      <dgm:prSet phldrT="[Text]"/>
      <dgm:spPr/>
      <dgm:t>
        <a:bodyPr/>
        <a:lstStyle/>
        <a:p>
          <a:r>
            <a:rPr lang="en-US" dirty="0"/>
            <a:t>Sales</a:t>
          </a:r>
        </a:p>
      </dgm:t>
    </dgm:pt>
    <dgm:pt modelId="{5DD6C2BE-1605-4590-8326-B4FF7604F07B}" type="parTrans" cxnId="{43BB54A1-7E2D-48E2-B58B-81D060F95846}">
      <dgm:prSet/>
      <dgm:spPr/>
    </dgm:pt>
    <dgm:pt modelId="{758C9325-A5AA-4EB6-82C8-2FDF5AFB6DBF}" type="sibTrans" cxnId="{43BB54A1-7E2D-48E2-B58B-81D060F95846}">
      <dgm:prSet/>
      <dgm:spPr/>
    </dgm:pt>
    <dgm:pt modelId="{22D8E0AF-322E-4A8E-BC3C-6E9E9A51F58F}" type="pres">
      <dgm:prSet presAssocID="{C53CC6D8-DEFC-45FD-8207-E1ECCC27EA85}" presName="Name0" presStyleCnt="0">
        <dgm:presLayoutVars>
          <dgm:dir/>
          <dgm:animLvl val="lvl"/>
          <dgm:resizeHandles val="exact"/>
        </dgm:presLayoutVars>
      </dgm:prSet>
      <dgm:spPr/>
    </dgm:pt>
    <dgm:pt modelId="{B1443ED3-5E34-456D-8CD9-88B600EDA95F}" type="pres">
      <dgm:prSet presAssocID="{516A4DDC-76BD-494E-B503-625555CCBC4A}" presName="vertFlow" presStyleCnt="0"/>
      <dgm:spPr/>
    </dgm:pt>
    <dgm:pt modelId="{9BBCF6CE-E750-48B6-B333-305BBB100737}" type="pres">
      <dgm:prSet presAssocID="{516A4DDC-76BD-494E-B503-625555CCBC4A}" presName="header" presStyleLbl="node1" presStyleIdx="0" presStyleCnt="5"/>
      <dgm:spPr/>
    </dgm:pt>
    <dgm:pt modelId="{1B1F80F4-E9A5-4A99-A630-6548067B7CB5}" type="pres">
      <dgm:prSet presAssocID="{995C4470-49EF-4BD9-B00A-AD612181AB58}" presName="parTrans" presStyleLbl="sibTrans2D1" presStyleIdx="0" presStyleCnt="14"/>
      <dgm:spPr/>
    </dgm:pt>
    <dgm:pt modelId="{85447532-8740-4202-B6A5-AE63748B9291}" type="pres">
      <dgm:prSet presAssocID="{CD410504-9F7F-47AE-B46E-CE985680360F}" presName="child" presStyleLbl="alignAccFollowNode1" presStyleIdx="0" presStyleCnt="14">
        <dgm:presLayoutVars>
          <dgm:chMax val="0"/>
          <dgm:bulletEnabled val="1"/>
        </dgm:presLayoutVars>
      </dgm:prSet>
      <dgm:spPr/>
    </dgm:pt>
    <dgm:pt modelId="{7CAEA63C-96B5-40D4-900F-409598FDB0C1}" type="pres">
      <dgm:prSet presAssocID="{2B847D36-6E88-4DD3-AABD-579C99426233}" presName="sibTrans" presStyleLbl="sibTrans2D1" presStyleIdx="1" presStyleCnt="14"/>
      <dgm:spPr/>
    </dgm:pt>
    <dgm:pt modelId="{459BBFF8-CE50-41AE-9B5E-F6026BBE4F45}" type="pres">
      <dgm:prSet presAssocID="{C4FF5CFA-9CEF-4C34-984A-CC28F232798F}" presName="child" presStyleLbl="alignAccFollowNode1" presStyleIdx="1" presStyleCnt="14">
        <dgm:presLayoutVars>
          <dgm:chMax val="0"/>
          <dgm:bulletEnabled val="1"/>
        </dgm:presLayoutVars>
      </dgm:prSet>
      <dgm:spPr/>
    </dgm:pt>
    <dgm:pt modelId="{A65C4264-24F4-4122-844B-F5E582EC0111}" type="pres">
      <dgm:prSet presAssocID="{B551F8FA-E415-4EE1-BA68-D13E7D2E980B}" presName="sibTrans" presStyleLbl="sibTrans2D1" presStyleIdx="2" presStyleCnt="14"/>
      <dgm:spPr/>
    </dgm:pt>
    <dgm:pt modelId="{9A5E1799-26FB-4959-97AA-0FCC22761318}" type="pres">
      <dgm:prSet presAssocID="{F7CED298-1605-4B60-9FC8-0A4C25C5AA00}" presName="child" presStyleLbl="alignAccFollowNode1" presStyleIdx="2" presStyleCnt="14">
        <dgm:presLayoutVars>
          <dgm:chMax val="0"/>
          <dgm:bulletEnabled val="1"/>
        </dgm:presLayoutVars>
      </dgm:prSet>
      <dgm:spPr/>
    </dgm:pt>
    <dgm:pt modelId="{3FBD4BD3-B74D-4AAB-9295-AE19DCC50691}" type="pres">
      <dgm:prSet presAssocID="{1009FF03-5F93-449C-AF20-55447EEE50AB}" presName="sibTrans" presStyleLbl="sibTrans2D1" presStyleIdx="3" presStyleCnt="14"/>
      <dgm:spPr/>
    </dgm:pt>
    <dgm:pt modelId="{8C46515F-5745-4BFE-8634-C34D77574BE3}" type="pres">
      <dgm:prSet presAssocID="{87D09C77-9C5B-45C2-ACC9-ACEA66F18198}" presName="child" presStyleLbl="alignAccFollowNode1" presStyleIdx="3" presStyleCnt="14">
        <dgm:presLayoutVars>
          <dgm:chMax val="0"/>
          <dgm:bulletEnabled val="1"/>
        </dgm:presLayoutVars>
      </dgm:prSet>
      <dgm:spPr/>
    </dgm:pt>
    <dgm:pt modelId="{8F2F3A22-7A2A-4EE4-9C5B-70F6E89B9064}" type="pres">
      <dgm:prSet presAssocID="{516A4DDC-76BD-494E-B503-625555CCBC4A}" presName="hSp" presStyleCnt="0"/>
      <dgm:spPr/>
    </dgm:pt>
    <dgm:pt modelId="{1C55CF9A-3632-4B12-9AE7-27B0C598AE11}" type="pres">
      <dgm:prSet presAssocID="{65A558B1-ECE0-40B0-B507-31C447638DE7}" presName="vertFlow" presStyleCnt="0"/>
      <dgm:spPr/>
    </dgm:pt>
    <dgm:pt modelId="{C8B6A55E-AFFC-4986-8663-D42E408FDD31}" type="pres">
      <dgm:prSet presAssocID="{65A558B1-ECE0-40B0-B507-31C447638DE7}" presName="header" presStyleLbl="node1" presStyleIdx="1" presStyleCnt="5"/>
      <dgm:spPr/>
    </dgm:pt>
    <dgm:pt modelId="{1BBD53A6-1F2B-42A1-AB0F-7FB27505B7EF}" type="pres">
      <dgm:prSet presAssocID="{307B5CF0-51D8-4E5D-9046-863091C0B51B}" presName="parTrans" presStyleLbl="sibTrans2D1" presStyleIdx="4" presStyleCnt="14"/>
      <dgm:spPr/>
    </dgm:pt>
    <dgm:pt modelId="{4363EC46-22EE-4BE3-9AEB-C61A0A6C8F37}" type="pres">
      <dgm:prSet presAssocID="{7EF04B2A-159C-46ED-B474-961B33472598}" presName="child" presStyleLbl="alignAccFollowNode1" presStyleIdx="4" presStyleCnt="14">
        <dgm:presLayoutVars>
          <dgm:chMax val="0"/>
          <dgm:bulletEnabled val="1"/>
        </dgm:presLayoutVars>
      </dgm:prSet>
      <dgm:spPr/>
    </dgm:pt>
    <dgm:pt modelId="{B4E1F6EA-6932-4C01-9463-5A09C4A421BE}" type="pres">
      <dgm:prSet presAssocID="{0842D17C-E38A-4A1D-819A-EC544721F580}" presName="sibTrans" presStyleLbl="sibTrans2D1" presStyleIdx="5" presStyleCnt="14"/>
      <dgm:spPr/>
    </dgm:pt>
    <dgm:pt modelId="{2FB9DBA8-2A14-43E7-A329-97DE5FC21A68}" type="pres">
      <dgm:prSet presAssocID="{925D4C7D-53C7-4321-B069-554C32B08B51}" presName="child" presStyleLbl="alignAccFollowNode1" presStyleIdx="5" presStyleCnt="14">
        <dgm:presLayoutVars>
          <dgm:chMax val="0"/>
          <dgm:bulletEnabled val="1"/>
        </dgm:presLayoutVars>
      </dgm:prSet>
      <dgm:spPr/>
    </dgm:pt>
    <dgm:pt modelId="{117A1D42-7C12-4C11-863F-EC717FDCD590}" type="pres">
      <dgm:prSet presAssocID="{876C8DB6-3434-4122-BC2F-1884011F8B47}" presName="sibTrans" presStyleLbl="sibTrans2D1" presStyleIdx="6" presStyleCnt="14"/>
      <dgm:spPr/>
    </dgm:pt>
    <dgm:pt modelId="{7E19DFAE-4595-4CF1-99DA-3AC8271122E2}" type="pres">
      <dgm:prSet presAssocID="{CB285CA3-894F-40BA-BF22-5509204F75DC}" presName="child" presStyleLbl="alignAccFollowNode1" presStyleIdx="6" presStyleCnt="14">
        <dgm:presLayoutVars>
          <dgm:chMax val="0"/>
          <dgm:bulletEnabled val="1"/>
        </dgm:presLayoutVars>
      </dgm:prSet>
      <dgm:spPr/>
    </dgm:pt>
    <dgm:pt modelId="{D6513337-8EBD-4FE7-B393-2FAE9B48CD5C}" type="pres">
      <dgm:prSet presAssocID="{65A558B1-ECE0-40B0-B507-31C447638DE7}" presName="hSp" presStyleCnt="0"/>
      <dgm:spPr/>
    </dgm:pt>
    <dgm:pt modelId="{734C3A16-72FA-42CA-BF15-F44513245016}" type="pres">
      <dgm:prSet presAssocID="{41E3B52E-71B8-4BD0-B1ED-D051FFB12506}" presName="vertFlow" presStyleCnt="0"/>
      <dgm:spPr/>
    </dgm:pt>
    <dgm:pt modelId="{09ADE9CE-20B7-4A4E-BED6-D56E4ED1D855}" type="pres">
      <dgm:prSet presAssocID="{41E3B52E-71B8-4BD0-B1ED-D051FFB12506}" presName="header" presStyleLbl="node1" presStyleIdx="2" presStyleCnt="5"/>
      <dgm:spPr/>
    </dgm:pt>
    <dgm:pt modelId="{C8CE6287-76AA-46C4-B478-0F9183DE6118}" type="pres">
      <dgm:prSet presAssocID="{F342D04F-4D11-41CC-AB66-36041A902B44}" presName="parTrans" presStyleLbl="sibTrans2D1" presStyleIdx="7" presStyleCnt="14"/>
      <dgm:spPr/>
    </dgm:pt>
    <dgm:pt modelId="{F7AA6D3E-BCE0-4C06-B101-080DA85DCB01}" type="pres">
      <dgm:prSet presAssocID="{5CBEC7DD-A25D-4956-9A65-6EA385F6FCB5}" presName="child" presStyleLbl="alignAccFollowNode1" presStyleIdx="7" presStyleCnt="14">
        <dgm:presLayoutVars>
          <dgm:chMax val="0"/>
          <dgm:bulletEnabled val="1"/>
        </dgm:presLayoutVars>
      </dgm:prSet>
      <dgm:spPr/>
    </dgm:pt>
    <dgm:pt modelId="{DDA5CBC7-AA05-481A-A03A-3964C1BBBB5A}" type="pres">
      <dgm:prSet presAssocID="{BD0F67B1-39E4-45ED-9534-FB8F89E8EEF6}" presName="sibTrans" presStyleLbl="sibTrans2D1" presStyleIdx="8" presStyleCnt="14"/>
      <dgm:spPr/>
    </dgm:pt>
    <dgm:pt modelId="{73DBFA1A-3823-4209-9CD6-DBDD456F39FB}" type="pres">
      <dgm:prSet presAssocID="{33BF0E2A-2B00-40A5-832E-FC800DCA5982}" presName="child" presStyleLbl="alignAccFollowNode1" presStyleIdx="8" presStyleCnt="14">
        <dgm:presLayoutVars>
          <dgm:chMax val="0"/>
          <dgm:bulletEnabled val="1"/>
        </dgm:presLayoutVars>
      </dgm:prSet>
      <dgm:spPr/>
    </dgm:pt>
    <dgm:pt modelId="{E7F7C4A8-2F3A-49BA-B2E4-CF48FCA5D8D8}" type="pres">
      <dgm:prSet presAssocID="{E373698D-1356-47A7-A591-B72BFE77C3D1}" presName="sibTrans" presStyleLbl="sibTrans2D1" presStyleIdx="9" presStyleCnt="14"/>
      <dgm:spPr/>
    </dgm:pt>
    <dgm:pt modelId="{68423B8C-DD55-4C1A-86D3-87118415FFA7}" type="pres">
      <dgm:prSet presAssocID="{CAE20587-4D50-4B6B-A17D-199722D630E2}" presName="child" presStyleLbl="alignAccFollowNode1" presStyleIdx="9" presStyleCnt="14">
        <dgm:presLayoutVars>
          <dgm:chMax val="0"/>
          <dgm:bulletEnabled val="1"/>
        </dgm:presLayoutVars>
      </dgm:prSet>
      <dgm:spPr/>
    </dgm:pt>
    <dgm:pt modelId="{D5E79C7E-BA4F-41B5-AEAD-7D11CABDB66C}" type="pres">
      <dgm:prSet presAssocID="{41E3B52E-71B8-4BD0-B1ED-D051FFB12506}" presName="hSp" presStyleCnt="0"/>
      <dgm:spPr/>
    </dgm:pt>
    <dgm:pt modelId="{C057A87B-CF77-43C5-95EA-FF69715D34A3}" type="pres">
      <dgm:prSet presAssocID="{5CA89521-836B-470D-B51C-F8A4714D4EFF}" presName="vertFlow" presStyleCnt="0"/>
      <dgm:spPr/>
    </dgm:pt>
    <dgm:pt modelId="{DA50ACFD-2722-4D29-B376-5CF3C8F3EB41}" type="pres">
      <dgm:prSet presAssocID="{5CA89521-836B-470D-B51C-F8A4714D4EFF}" presName="header" presStyleLbl="node1" presStyleIdx="3" presStyleCnt="5"/>
      <dgm:spPr/>
    </dgm:pt>
    <dgm:pt modelId="{E31C91BC-3A8F-4AC7-8DBF-330AFF31351C}" type="pres">
      <dgm:prSet presAssocID="{525F31A2-90BB-4E18-B1F5-10D38B8099D9}" presName="parTrans" presStyleLbl="sibTrans2D1" presStyleIdx="10" presStyleCnt="14"/>
      <dgm:spPr/>
    </dgm:pt>
    <dgm:pt modelId="{AC28A259-E8AB-491C-9FF1-41516FA5BC71}" type="pres">
      <dgm:prSet presAssocID="{63746B76-9534-4F4F-B65B-B8A9AACC03F9}" presName="child" presStyleLbl="alignAccFollowNode1" presStyleIdx="10" presStyleCnt="14">
        <dgm:presLayoutVars>
          <dgm:chMax val="0"/>
          <dgm:bulletEnabled val="1"/>
        </dgm:presLayoutVars>
      </dgm:prSet>
      <dgm:spPr/>
    </dgm:pt>
    <dgm:pt modelId="{DF54C50F-225E-47E8-9EC4-AAA209AD28CA}" type="pres">
      <dgm:prSet presAssocID="{A9C1E709-4F9E-4AAB-BB7C-51A08921302E}" presName="sibTrans" presStyleLbl="sibTrans2D1" presStyleIdx="11" presStyleCnt="14"/>
      <dgm:spPr/>
    </dgm:pt>
    <dgm:pt modelId="{75889BA5-DC82-4D41-8983-B2EE794BC078}" type="pres">
      <dgm:prSet presAssocID="{5CB20C1A-D92D-4DED-BB1B-D113E2006C55}" presName="child" presStyleLbl="alignAccFollowNode1" presStyleIdx="11" presStyleCnt="14">
        <dgm:presLayoutVars>
          <dgm:chMax val="0"/>
          <dgm:bulletEnabled val="1"/>
        </dgm:presLayoutVars>
      </dgm:prSet>
      <dgm:spPr/>
    </dgm:pt>
    <dgm:pt modelId="{7B1D081B-B7E2-4280-9CD0-186A40538FE1}" type="pres">
      <dgm:prSet presAssocID="{5CA89521-836B-470D-B51C-F8A4714D4EFF}" presName="hSp" presStyleCnt="0"/>
      <dgm:spPr/>
    </dgm:pt>
    <dgm:pt modelId="{18E7B1DA-17BE-4B47-BE7A-1C291B288C4B}" type="pres">
      <dgm:prSet presAssocID="{5D65AF87-A8ED-49A2-AAA2-3DD83907E22F}" presName="vertFlow" presStyleCnt="0"/>
      <dgm:spPr/>
    </dgm:pt>
    <dgm:pt modelId="{03DDA239-D484-4E25-A54E-F9D8179517AE}" type="pres">
      <dgm:prSet presAssocID="{5D65AF87-A8ED-49A2-AAA2-3DD83907E22F}" presName="header" presStyleLbl="node1" presStyleIdx="4" presStyleCnt="5"/>
      <dgm:spPr/>
    </dgm:pt>
    <dgm:pt modelId="{0C07C74C-EBE8-4425-80F5-F8A956B98D35}" type="pres">
      <dgm:prSet presAssocID="{EAB44BA5-2E15-4B81-8EFD-B1D75B78BC90}" presName="parTrans" presStyleLbl="sibTrans2D1" presStyleIdx="12" presStyleCnt="14"/>
      <dgm:spPr/>
    </dgm:pt>
    <dgm:pt modelId="{E959AC5A-A9B4-4976-ACFC-0A21F6F7237C}" type="pres">
      <dgm:prSet presAssocID="{184E5FC2-D33D-4EEA-894C-48C659E25F72}" presName="child" presStyleLbl="alignAccFollowNode1" presStyleIdx="12" presStyleCnt="14">
        <dgm:presLayoutVars>
          <dgm:chMax val="0"/>
          <dgm:bulletEnabled val="1"/>
        </dgm:presLayoutVars>
      </dgm:prSet>
      <dgm:spPr/>
    </dgm:pt>
    <dgm:pt modelId="{95750410-09FF-4EB9-B549-CCC7BA1F255C}" type="pres">
      <dgm:prSet presAssocID="{CD5C72F0-E9E1-44CB-A6BB-E37603D898C1}" presName="sibTrans" presStyleLbl="sibTrans2D1" presStyleIdx="13" presStyleCnt="14"/>
      <dgm:spPr/>
    </dgm:pt>
    <dgm:pt modelId="{324BC942-06E7-49DF-BED8-8A5BC3AAC9A8}" type="pres">
      <dgm:prSet presAssocID="{A5B3B06C-D116-4F12-9EA5-D582B70AD1A7}" presName="child" presStyleLbl="alignAccFollowNode1" presStyleIdx="13" presStyleCnt="14">
        <dgm:presLayoutVars>
          <dgm:chMax val="0"/>
          <dgm:bulletEnabled val="1"/>
        </dgm:presLayoutVars>
      </dgm:prSet>
      <dgm:spPr/>
    </dgm:pt>
  </dgm:ptLst>
  <dgm:cxnLst>
    <dgm:cxn modelId="{F0586601-9ACD-4FBD-BD5A-48D73FF14301}" type="presOf" srcId="{516A4DDC-76BD-494E-B503-625555CCBC4A}" destId="{9BBCF6CE-E750-48B6-B333-305BBB100737}" srcOrd="0" destOrd="0" presId="urn:microsoft.com/office/officeart/2005/8/layout/lProcess1"/>
    <dgm:cxn modelId="{25B66A08-E57F-429F-A076-5691EC284D95}" type="presOf" srcId="{33BF0E2A-2B00-40A5-832E-FC800DCA5982}" destId="{73DBFA1A-3823-4209-9CD6-DBDD456F39FB}" srcOrd="0" destOrd="0" presId="urn:microsoft.com/office/officeart/2005/8/layout/lProcess1"/>
    <dgm:cxn modelId="{AB112F16-9765-4DCF-8A6B-B4FEBB1DF80B}" type="presOf" srcId="{1009FF03-5F93-449C-AF20-55447EEE50AB}" destId="{3FBD4BD3-B74D-4AAB-9295-AE19DCC50691}" srcOrd="0" destOrd="0" presId="urn:microsoft.com/office/officeart/2005/8/layout/lProcess1"/>
    <dgm:cxn modelId="{5E435C18-0DFC-4A2A-87CB-93D860CB9A45}" type="presOf" srcId="{CD5C72F0-E9E1-44CB-A6BB-E37603D898C1}" destId="{95750410-09FF-4EB9-B549-CCC7BA1F255C}" srcOrd="0" destOrd="0" presId="urn:microsoft.com/office/officeart/2005/8/layout/lProcess1"/>
    <dgm:cxn modelId="{D1EB8A19-014C-42AE-9F8D-325E631D8FE9}" srcId="{5CA89521-836B-470D-B51C-F8A4714D4EFF}" destId="{5CB20C1A-D92D-4DED-BB1B-D113E2006C55}" srcOrd="1" destOrd="0" parTransId="{5ABE8E5F-26E3-4C88-A09C-44363B99D147}" sibTransId="{7BA6E93A-EC79-4425-BCAD-9518E06A22F9}"/>
    <dgm:cxn modelId="{7035551B-087A-4B90-B606-65E38FF9A98D}" type="presOf" srcId="{876C8DB6-3434-4122-BC2F-1884011F8B47}" destId="{117A1D42-7C12-4C11-863F-EC717FDCD590}" srcOrd="0" destOrd="0" presId="urn:microsoft.com/office/officeart/2005/8/layout/lProcess1"/>
    <dgm:cxn modelId="{206D6826-92C5-4EEE-A28E-254E966FF0A0}" srcId="{516A4DDC-76BD-494E-B503-625555CCBC4A}" destId="{F7CED298-1605-4B60-9FC8-0A4C25C5AA00}" srcOrd="2" destOrd="0" parTransId="{618E2D9E-4CAE-48D5-9A0F-94DAE74A2D69}" sibTransId="{1009FF03-5F93-449C-AF20-55447EEE50AB}"/>
    <dgm:cxn modelId="{DC93BF27-17EE-4379-B2D4-5F8FEA8BA9C8}" srcId="{C53CC6D8-DEFC-45FD-8207-E1ECCC27EA85}" destId="{5D65AF87-A8ED-49A2-AAA2-3DD83907E22F}" srcOrd="4" destOrd="0" parTransId="{05BC5EEB-0224-4FC7-B39A-2B5F06911AB5}" sibTransId="{5D0264D0-8B0B-419F-9241-580F349C48E7}"/>
    <dgm:cxn modelId="{B254A92C-88F9-427B-B248-F2BDC35792AC}" type="presOf" srcId="{5D65AF87-A8ED-49A2-AAA2-3DD83907E22F}" destId="{03DDA239-D484-4E25-A54E-F9D8179517AE}" srcOrd="0" destOrd="0" presId="urn:microsoft.com/office/officeart/2005/8/layout/lProcess1"/>
    <dgm:cxn modelId="{D22C632F-8F8B-48FF-A898-48FD446A5F78}" srcId="{41E3B52E-71B8-4BD0-B1ED-D051FFB12506}" destId="{CAE20587-4D50-4B6B-A17D-199722D630E2}" srcOrd="2" destOrd="0" parTransId="{6CEBC692-6F9A-47B4-948E-5AEB8FCFD251}" sibTransId="{7656320D-CC13-4DD7-8A30-F9FDC84AC6F2}"/>
    <dgm:cxn modelId="{3EF97A2F-4200-46E4-86EB-19980AD436FE}" type="presOf" srcId="{CD410504-9F7F-47AE-B46E-CE985680360F}" destId="{85447532-8740-4202-B6A5-AE63748B9291}" srcOrd="0" destOrd="0" presId="urn:microsoft.com/office/officeart/2005/8/layout/lProcess1"/>
    <dgm:cxn modelId="{99877E32-96A5-4B52-BFBB-94A8786A9BC8}" type="presOf" srcId="{184E5FC2-D33D-4EEA-894C-48C659E25F72}" destId="{E959AC5A-A9B4-4976-ACFC-0A21F6F7237C}" srcOrd="0" destOrd="0" presId="urn:microsoft.com/office/officeart/2005/8/layout/lProcess1"/>
    <dgm:cxn modelId="{DAECB032-8F69-4AA5-9236-AA734C1DD7E4}" type="presOf" srcId="{CB285CA3-894F-40BA-BF22-5509204F75DC}" destId="{7E19DFAE-4595-4CF1-99DA-3AC8271122E2}" srcOrd="0" destOrd="0" presId="urn:microsoft.com/office/officeart/2005/8/layout/lProcess1"/>
    <dgm:cxn modelId="{28FAA735-D033-4888-A512-CA0B0DC5D34E}" type="presOf" srcId="{B551F8FA-E415-4EE1-BA68-D13E7D2E980B}" destId="{A65C4264-24F4-4122-844B-F5E582EC0111}" srcOrd="0" destOrd="0" presId="urn:microsoft.com/office/officeart/2005/8/layout/lProcess1"/>
    <dgm:cxn modelId="{952F9039-7434-4CFF-9C59-37742355C2D7}" type="presOf" srcId="{307B5CF0-51D8-4E5D-9046-863091C0B51B}" destId="{1BBD53A6-1F2B-42A1-AB0F-7FB27505B7EF}" srcOrd="0" destOrd="0" presId="urn:microsoft.com/office/officeart/2005/8/layout/lProcess1"/>
    <dgm:cxn modelId="{177AFE5D-5A5F-401C-8390-858F33CAC97C}" type="presOf" srcId="{87D09C77-9C5B-45C2-ACC9-ACEA66F18198}" destId="{8C46515F-5745-4BFE-8634-C34D77574BE3}" srcOrd="0" destOrd="0" presId="urn:microsoft.com/office/officeart/2005/8/layout/lProcess1"/>
    <dgm:cxn modelId="{CD12F765-9D29-488E-9512-F3094D99ED59}" type="presOf" srcId="{A9C1E709-4F9E-4AAB-BB7C-51A08921302E}" destId="{DF54C50F-225E-47E8-9EC4-AAA209AD28CA}" srcOrd="0" destOrd="0" presId="urn:microsoft.com/office/officeart/2005/8/layout/lProcess1"/>
    <dgm:cxn modelId="{0E5A016B-36B6-4192-91B4-88F8C19513D1}" type="presOf" srcId="{0842D17C-E38A-4A1D-819A-EC544721F580}" destId="{B4E1F6EA-6932-4C01-9463-5A09C4A421BE}" srcOrd="0" destOrd="0" presId="urn:microsoft.com/office/officeart/2005/8/layout/lProcess1"/>
    <dgm:cxn modelId="{C32CFC4C-2EBA-4DA5-B03D-6BF8E5F0B1AA}" type="presOf" srcId="{A5B3B06C-D116-4F12-9EA5-D582B70AD1A7}" destId="{324BC942-06E7-49DF-BED8-8A5BC3AAC9A8}" srcOrd="0" destOrd="0" presId="urn:microsoft.com/office/officeart/2005/8/layout/lProcess1"/>
    <dgm:cxn modelId="{003F926F-B89A-450D-8C91-ED6905A26D37}" type="presOf" srcId="{65A558B1-ECE0-40B0-B507-31C447638DE7}" destId="{C8B6A55E-AFFC-4986-8663-D42E408FDD31}" srcOrd="0" destOrd="0" presId="urn:microsoft.com/office/officeart/2005/8/layout/lProcess1"/>
    <dgm:cxn modelId="{6B045370-B4FF-427A-9929-461476AAE193}" srcId="{516A4DDC-76BD-494E-B503-625555CCBC4A}" destId="{CD410504-9F7F-47AE-B46E-CE985680360F}" srcOrd="0" destOrd="0" parTransId="{995C4470-49EF-4BD9-B00A-AD612181AB58}" sibTransId="{2B847D36-6E88-4DD3-AABD-579C99426233}"/>
    <dgm:cxn modelId="{0F0D3551-AF94-422C-87FE-80E4E27CB025}" srcId="{C53CC6D8-DEFC-45FD-8207-E1ECCC27EA85}" destId="{41E3B52E-71B8-4BD0-B1ED-D051FFB12506}" srcOrd="2" destOrd="0" parTransId="{DA206B73-34B1-48E4-A513-9978853BF217}" sibTransId="{2436D701-8B79-4C2B-92A4-52BC1BA24775}"/>
    <dgm:cxn modelId="{73058351-9FAC-4F4F-A5FB-FC365EDF9D02}" type="presOf" srcId="{C53CC6D8-DEFC-45FD-8207-E1ECCC27EA85}" destId="{22D8E0AF-322E-4A8E-BC3C-6E9E9A51F58F}" srcOrd="0" destOrd="0" presId="urn:microsoft.com/office/officeart/2005/8/layout/lProcess1"/>
    <dgm:cxn modelId="{6D853954-67EB-442C-9F5A-866B9247A562}" srcId="{C53CC6D8-DEFC-45FD-8207-E1ECCC27EA85}" destId="{5CA89521-836B-470D-B51C-F8A4714D4EFF}" srcOrd="3" destOrd="0" parTransId="{D7F37AAF-020D-463D-9735-A1336884A6AE}" sibTransId="{C27250CA-FF59-4A03-8472-477331DB98EB}"/>
    <dgm:cxn modelId="{7B595755-BE81-46A0-903D-004D1EF6EE33}" srcId="{C53CC6D8-DEFC-45FD-8207-E1ECCC27EA85}" destId="{516A4DDC-76BD-494E-B503-625555CCBC4A}" srcOrd="0" destOrd="0" parTransId="{133DE2D2-6278-469E-8A80-F71EA996A07A}" sibTransId="{AE4D7DCA-0B66-4207-B896-C721B2CB4C13}"/>
    <dgm:cxn modelId="{4B5C325A-4620-4D6C-BEDE-CB45BC4EB646}" srcId="{65A558B1-ECE0-40B0-B507-31C447638DE7}" destId="{7EF04B2A-159C-46ED-B474-961B33472598}" srcOrd="0" destOrd="0" parTransId="{307B5CF0-51D8-4E5D-9046-863091C0B51B}" sibTransId="{0842D17C-E38A-4A1D-819A-EC544721F580}"/>
    <dgm:cxn modelId="{542EFA5A-B279-4120-B9BA-FE4ABDE4AFDD}" srcId="{516A4DDC-76BD-494E-B503-625555CCBC4A}" destId="{87D09C77-9C5B-45C2-ACC9-ACEA66F18198}" srcOrd="3" destOrd="0" parTransId="{A7A65ADC-DB8A-4F76-8458-BC8354307C90}" sibTransId="{8234610D-6FEE-4546-99B0-60EDB0B3BAEC}"/>
    <dgm:cxn modelId="{E26EF37D-CA6A-40E6-84D5-4EA9B936B567}" type="presOf" srcId="{5CA89521-836B-470D-B51C-F8A4714D4EFF}" destId="{DA50ACFD-2722-4D29-B376-5CF3C8F3EB41}" srcOrd="0" destOrd="0" presId="urn:microsoft.com/office/officeart/2005/8/layout/lProcess1"/>
    <dgm:cxn modelId="{60A6E07E-63FF-4C81-A385-5E00467DE9D8}" type="presOf" srcId="{F7CED298-1605-4B60-9FC8-0A4C25C5AA00}" destId="{9A5E1799-26FB-4959-97AA-0FCC22761318}" srcOrd="0" destOrd="0" presId="urn:microsoft.com/office/officeart/2005/8/layout/lProcess1"/>
    <dgm:cxn modelId="{B86FC682-266F-4C08-8C8C-4B843DA4E45C}" type="presOf" srcId="{7EF04B2A-159C-46ED-B474-961B33472598}" destId="{4363EC46-22EE-4BE3-9AEB-C61A0A6C8F37}" srcOrd="0" destOrd="0" presId="urn:microsoft.com/office/officeart/2005/8/layout/lProcess1"/>
    <dgm:cxn modelId="{0687A885-2354-4E9E-B313-4269283F0057}" srcId="{41E3B52E-71B8-4BD0-B1ED-D051FFB12506}" destId="{5CBEC7DD-A25D-4956-9A65-6EA385F6FCB5}" srcOrd="0" destOrd="0" parTransId="{F342D04F-4D11-41CC-AB66-36041A902B44}" sibTransId="{BD0F67B1-39E4-45ED-9534-FB8F89E8EEF6}"/>
    <dgm:cxn modelId="{FA9A7D86-E53C-470D-8FB9-764240257A51}" type="presOf" srcId="{525F31A2-90BB-4E18-B1F5-10D38B8099D9}" destId="{E31C91BC-3A8F-4AC7-8DBF-330AFF31351C}" srcOrd="0" destOrd="0" presId="urn:microsoft.com/office/officeart/2005/8/layout/lProcess1"/>
    <dgm:cxn modelId="{9C706988-580C-4829-94E8-BE4491FF0228}" type="presOf" srcId="{995C4470-49EF-4BD9-B00A-AD612181AB58}" destId="{1B1F80F4-E9A5-4A99-A630-6548067B7CB5}" srcOrd="0" destOrd="0" presId="urn:microsoft.com/office/officeart/2005/8/layout/lProcess1"/>
    <dgm:cxn modelId="{5F55A28B-96EB-4565-9919-9E4BDE07F610}" type="presOf" srcId="{F342D04F-4D11-41CC-AB66-36041A902B44}" destId="{C8CE6287-76AA-46C4-B478-0F9183DE6118}" srcOrd="0" destOrd="0" presId="urn:microsoft.com/office/officeart/2005/8/layout/lProcess1"/>
    <dgm:cxn modelId="{5599FB8B-BB8F-44F8-A174-B484640DF5A2}" type="presOf" srcId="{63746B76-9534-4F4F-B65B-B8A9AACC03F9}" destId="{AC28A259-E8AB-491C-9FF1-41516FA5BC71}" srcOrd="0" destOrd="0" presId="urn:microsoft.com/office/officeart/2005/8/layout/lProcess1"/>
    <dgm:cxn modelId="{36634D94-C210-4DDC-A75A-FBCAAFC75039}" srcId="{5CA89521-836B-470D-B51C-F8A4714D4EFF}" destId="{63746B76-9534-4F4F-B65B-B8A9AACC03F9}" srcOrd="0" destOrd="0" parTransId="{525F31A2-90BB-4E18-B1F5-10D38B8099D9}" sibTransId="{A9C1E709-4F9E-4AAB-BB7C-51A08921302E}"/>
    <dgm:cxn modelId="{AC32EC95-E874-4C4E-AF61-58E99EE59A51}" type="presOf" srcId="{C4FF5CFA-9CEF-4C34-984A-CC28F232798F}" destId="{459BBFF8-CE50-41AE-9B5E-F6026BBE4F45}" srcOrd="0" destOrd="0" presId="urn:microsoft.com/office/officeart/2005/8/layout/lProcess1"/>
    <dgm:cxn modelId="{B522739A-4DEE-43CF-9357-A84EF1EEE7ED}" srcId="{41E3B52E-71B8-4BD0-B1ED-D051FFB12506}" destId="{33BF0E2A-2B00-40A5-832E-FC800DCA5982}" srcOrd="1" destOrd="0" parTransId="{F8C31ED9-A2C0-4A09-A419-0AE9A44BB8DF}" sibTransId="{E373698D-1356-47A7-A591-B72BFE77C3D1}"/>
    <dgm:cxn modelId="{6C23A29D-47FC-451D-908A-E514E5593F18}" srcId="{65A558B1-ECE0-40B0-B507-31C447638DE7}" destId="{CB285CA3-894F-40BA-BF22-5509204F75DC}" srcOrd="2" destOrd="0" parTransId="{592EDBE8-5F1C-4D68-9464-4D918B7489DF}" sibTransId="{8D3D530A-7102-43A7-A0DD-6FF27C03E567}"/>
    <dgm:cxn modelId="{43BB54A1-7E2D-48E2-B58B-81D060F95846}" srcId="{5D65AF87-A8ED-49A2-AAA2-3DD83907E22F}" destId="{A5B3B06C-D116-4F12-9EA5-D582B70AD1A7}" srcOrd="1" destOrd="0" parTransId="{5DD6C2BE-1605-4590-8326-B4FF7604F07B}" sibTransId="{758C9325-A5AA-4EB6-82C8-2FDF5AFB6DBF}"/>
    <dgm:cxn modelId="{D042A1A9-EC7E-41BC-9204-25B4B4EC5E56}" srcId="{5D65AF87-A8ED-49A2-AAA2-3DD83907E22F}" destId="{184E5FC2-D33D-4EEA-894C-48C659E25F72}" srcOrd="0" destOrd="0" parTransId="{EAB44BA5-2E15-4B81-8EFD-B1D75B78BC90}" sibTransId="{CD5C72F0-E9E1-44CB-A6BB-E37603D898C1}"/>
    <dgm:cxn modelId="{12FC40B3-2946-452A-A1F8-D3EDFD2ADE73}" type="presOf" srcId="{EAB44BA5-2E15-4B81-8EFD-B1D75B78BC90}" destId="{0C07C74C-EBE8-4425-80F5-F8A956B98D35}" srcOrd="0" destOrd="0" presId="urn:microsoft.com/office/officeart/2005/8/layout/lProcess1"/>
    <dgm:cxn modelId="{AEAE8CB6-1B26-4996-A549-ADEFF4BF9B7B}" type="presOf" srcId="{41E3B52E-71B8-4BD0-B1ED-D051FFB12506}" destId="{09ADE9CE-20B7-4A4E-BED6-D56E4ED1D855}" srcOrd="0" destOrd="0" presId="urn:microsoft.com/office/officeart/2005/8/layout/lProcess1"/>
    <dgm:cxn modelId="{541426C5-B997-49AC-A1CD-ABBC86A85301}" type="presOf" srcId="{BD0F67B1-39E4-45ED-9534-FB8F89E8EEF6}" destId="{DDA5CBC7-AA05-481A-A03A-3964C1BBBB5A}" srcOrd="0" destOrd="0" presId="urn:microsoft.com/office/officeart/2005/8/layout/lProcess1"/>
    <dgm:cxn modelId="{B6E070D1-2904-4877-B77D-407E28D8C1A6}" srcId="{65A558B1-ECE0-40B0-B507-31C447638DE7}" destId="{925D4C7D-53C7-4321-B069-554C32B08B51}" srcOrd="1" destOrd="0" parTransId="{9CD73A45-4264-417D-BD93-F831311FC574}" sibTransId="{876C8DB6-3434-4122-BC2F-1884011F8B47}"/>
    <dgm:cxn modelId="{729C53D6-1F3C-44CF-9270-13CB10EECB94}" srcId="{C53CC6D8-DEFC-45FD-8207-E1ECCC27EA85}" destId="{65A558B1-ECE0-40B0-B507-31C447638DE7}" srcOrd="1" destOrd="0" parTransId="{C44C4E96-D74C-4C2B-BB47-174C77697E9B}" sibTransId="{E5CDC942-D1CC-482B-A0EF-5079CAFE06EB}"/>
    <dgm:cxn modelId="{027083DA-C0F1-4A80-82F6-AAA1CAC42E70}" type="presOf" srcId="{5CB20C1A-D92D-4DED-BB1B-D113E2006C55}" destId="{75889BA5-DC82-4D41-8983-B2EE794BC078}" srcOrd="0" destOrd="0" presId="urn:microsoft.com/office/officeart/2005/8/layout/lProcess1"/>
    <dgm:cxn modelId="{EF5E21E6-CC69-47D7-95D8-FB2CCC23193D}" type="presOf" srcId="{E373698D-1356-47A7-A591-B72BFE77C3D1}" destId="{E7F7C4A8-2F3A-49BA-B2E4-CF48FCA5D8D8}" srcOrd="0" destOrd="0" presId="urn:microsoft.com/office/officeart/2005/8/layout/lProcess1"/>
    <dgm:cxn modelId="{710659EC-6706-425F-81BB-5F1E070F7D4D}" srcId="{516A4DDC-76BD-494E-B503-625555CCBC4A}" destId="{C4FF5CFA-9CEF-4C34-984A-CC28F232798F}" srcOrd="1" destOrd="0" parTransId="{92813948-C227-4EB2-8530-43003E3CB375}" sibTransId="{B551F8FA-E415-4EE1-BA68-D13E7D2E980B}"/>
    <dgm:cxn modelId="{9AFC20F2-D5DD-455E-8266-96B58ABE2D49}" type="presOf" srcId="{CAE20587-4D50-4B6B-A17D-199722D630E2}" destId="{68423B8C-DD55-4C1A-86D3-87118415FFA7}" srcOrd="0" destOrd="0" presId="urn:microsoft.com/office/officeart/2005/8/layout/lProcess1"/>
    <dgm:cxn modelId="{70C18AF9-2F24-4A50-9785-941DE7FE4B31}" type="presOf" srcId="{2B847D36-6E88-4DD3-AABD-579C99426233}" destId="{7CAEA63C-96B5-40D4-900F-409598FDB0C1}" srcOrd="0" destOrd="0" presId="urn:microsoft.com/office/officeart/2005/8/layout/lProcess1"/>
    <dgm:cxn modelId="{9FA88DFB-09C6-43CF-BD6A-D07BAC628CF3}" type="presOf" srcId="{925D4C7D-53C7-4321-B069-554C32B08B51}" destId="{2FB9DBA8-2A14-43E7-A329-97DE5FC21A68}" srcOrd="0" destOrd="0" presId="urn:microsoft.com/office/officeart/2005/8/layout/lProcess1"/>
    <dgm:cxn modelId="{40E743FD-4072-4389-94B0-B65E89259C6B}" type="presOf" srcId="{5CBEC7DD-A25D-4956-9A65-6EA385F6FCB5}" destId="{F7AA6D3E-BCE0-4C06-B101-080DA85DCB01}" srcOrd="0" destOrd="0" presId="urn:microsoft.com/office/officeart/2005/8/layout/lProcess1"/>
    <dgm:cxn modelId="{CC00200B-5AB6-421D-A39D-C942C3354FE4}" type="presParOf" srcId="{22D8E0AF-322E-4A8E-BC3C-6E9E9A51F58F}" destId="{B1443ED3-5E34-456D-8CD9-88B600EDA95F}" srcOrd="0" destOrd="0" presId="urn:microsoft.com/office/officeart/2005/8/layout/lProcess1"/>
    <dgm:cxn modelId="{D33AA10B-4ED8-4BB1-9C64-4F52A35D7099}" type="presParOf" srcId="{B1443ED3-5E34-456D-8CD9-88B600EDA95F}" destId="{9BBCF6CE-E750-48B6-B333-305BBB100737}" srcOrd="0" destOrd="0" presId="urn:microsoft.com/office/officeart/2005/8/layout/lProcess1"/>
    <dgm:cxn modelId="{9E37487A-7185-4A70-9AC4-9659B92F531E}" type="presParOf" srcId="{B1443ED3-5E34-456D-8CD9-88B600EDA95F}" destId="{1B1F80F4-E9A5-4A99-A630-6548067B7CB5}" srcOrd="1" destOrd="0" presId="urn:microsoft.com/office/officeart/2005/8/layout/lProcess1"/>
    <dgm:cxn modelId="{EC43FCD1-27D8-440E-8BDB-DEE2E8BB6D6F}" type="presParOf" srcId="{B1443ED3-5E34-456D-8CD9-88B600EDA95F}" destId="{85447532-8740-4202-B6A5-AE63748B9291}" srcOrd="2" destOrd="0" presId="urn:microsoft.com/office/officeart/2005/8/layout/lProcess1"/>
    <dgm:cxn modelId="{D24904BE-0B60-4FE2-92F3-00D00DBA80D1}" type="presParOf" srcId="{B1443ED3-5E34-456D-8CD9-88B600EDA95F}" destId="{7CAEA63C-96B5-40D4-900F-409598FDB0C1}" srcOrd="3" destOrd="0" presId="urn:microsoft.com/office/officeart/2005/8/layout/lProcess1"/>
    <dgm:cxn modelId="{A41D2E3D-00B4-4319-9EE2-BB46636841C7}" type="presParOf" srcId="{B1443ED3-5E34-456D-8CD9-88B600EDA95F}" destId="{459BBFF8-CE50-41AE-9B5E-F6026BBE4F45}" srcOrd="4" destOrd="0" presId="urn:microsoft.com/office/officeart/2005/8/layout/lProcess1"/>
    <dgm:cxn modelId="{3CE06A48-5A5D-4BBC-B425-6226E021C55D}" type="presParOf" srcId="{B1443ED3-5E34-456D-8CD9-88B600EDA95F}" destId="{A65C4264-24F4-4122-844B-F5E582EC0111}" srcOrd="5" destOrd="0" presId="urn:microsoft.com/office/officeart/2005/8/layout/lProcess1"/>
    <dgm:cxn modelId="{6613DF6A-79D3-4CE9-BE2D-B462A36258D7}" type="presParOf" srcId="{B1443ED3-5E34-456D-8CD9-88B600EDA95F}" destId="{9A5E1799-26FB-4959-97AA-0FCC22761318}" srcOrd="6" destOrd="0" presId="urn:microsoft.com/office/officeart/2005/8/layout/lProcess1"/>
    <dgm:cxn modelId="{26DAC11A-895E-4844-A639-122E5BAA12C2}" type="presParOf" srcId="{B1443ED3-5E34-456D-8CD9-88B600EDA95F}" destId="{3FBD4BD3-B74D-4AAB-9295-AE19DCC50691}" srcOrd="7" destOrd="0" presId="urn:microsoft.com/office/officeart/2005/8/layout/lProcess1"/>
    <dgm:cxn modelId="{357EE53C-3487-4903-B62D-757AEA84453B}" type="presParOf" srcId="{B1443ED3-5E34-456D-8CD9-88B600EDA95F}" destId="{8C46515F-5745-4BFE-8634-C34D77574BE3}" srcOrd="8" destOrd="0" presId="urn:microsoft.com/office/officeart/2005/8/layout/lProcess1"/>
    <dgm:cxn modelId="{C3EBA94B-E35F-4A89-987B-27047E6BDC25}" type="presParOf" srcId="{22D8E0AF-322E-4A8E-BC3C-6E9E9A51F58F}" destId="{8F2F3A22-7A2A-4EE4-9C5B-70F6E89B9064}" srcOrd="1" destOrd="0" presId="urn:microsoft.com/office/officeart/2005/8/layout/lProcess1"/>
    <dgm:cxn modelId="{806B5D6F-06B6-44EC-9D35-3891679B49F0}" type="presParOf" srcId="{22D8E0AF-322E-4A8E-BC3C-6E9E9A51F58F}" destId="{1C55CF9A-3632-4B12-9AE7-27B0C598AE11}" srcOrd="2" destOrd="0" presId="urn:microsoft.com/office/officeart/2005/8/layout/lProcess1"/>
    <dgm:cxn modelId="{1593CE63-D5D3-4CD5-B2F3-5B562E12E7FA}" type="presParOf" srcId="{1C55CF9A-3632-4B12-9AE7-27B0C598AE11}" destId="{C8B6A55E-AFFC-4986-8663-D42E408FDD31}" srcOrd="0" destOrd="0" presId="urn:microsoft.com/office/officeart/2005/8/layout/lProcess1"/>
    <dgm:cxn modelId="{826C0A24-70D8-4E60-AE7B-CD141854B271}" type="presParOf" srcId="{1C55CF9A-3632-4B12-9AE7-27B0C598AE11}" destId="{1BBD53A6-1F2B-42A1-AB0F-7FB27505B7EF}" srcOrd="1" destOrd="0" presId="urn:microsoft.com/office/officeart/2005/8/layout/lProcess1"/>
    <dgm:cxn modelId="{4BF9809B-AFAA-4133-8153-AA0D2E572DD7}" type="presParOf" srcId="{1C55CF9A-3632-4B12-9AE7-27B0C598AE11}" destId="{4363EC46-22EE-4BE3-9AEB-C61A0A6C8F37}" srcOrd="2" destOrd="0" presId="urn:microsoft.com/office/officeart/2005/8/layout/lProcess1"/>
    <dgm:cxn modelId="{DF8A8FF9-57BD-4091-B6B3-A9D308869C65}" type="presParOf" srcId="{1C55CF9A-3632-4B12-9AE7-27B0C598AE11}" destId="{B4E1F6EA-6932-4C01-9463-5A09C4A421BE}" srcOrd="3" destOrd="0" presId="urn:microsoft.com/office/officeart/2005/8/layout/lProcess1"/>
    <dgm:cxn modelId="{65687044-E76A-4EE9-8B66-97A52F0F9343}" type="presParOf" srcId="{1C55CF9A-3632-4B12-9AE7-27B0C598AE11}" destId="{2FB9DBA8-2A14-43E7-A329-97DE5FC21A68}" srcOrd="4" destOrd="0" presId="urn:microsoft.com/office/officeart/2005/8/layout/lProcess1"/>
    <dgm:cxn modelId="{F34A84D1-9307-4CD3-8E5B-9CC89E10E2EF}" type="presParOf" srcId="{1C55CF9A-3632-4B12-9AE7-27B0C598AE11}" destId="{117A1D42-7C12-4C11-863F-EC717FDCD590}" srcOrd="5" destOrd="0" presId="urn:microsoft.com/office/officeart/2005/8/layout/lProcess1"/>
    <dgm:cxn modelId="{559F4B6B-8F72-4D22-96AD-832792E18EAE}" type="presParOf" srcId="{1C55CF9A-3632-4B12-9AE7-27B0C598AE11}" destId="{7E19DFAE-4595-4CF1-99DA-3AC8271122E2}" srcOrd="6" destOrd="0" presId="urn:microsoft.com/office/officeart/2005/8/layout/lProcess1"/>
    <dgm:cxn modelId="{3BEF8F1D-2FB5-4706-8694-AA9F457CA02F}" type="presParOf" srcId="{22D8E0AF-322E-4A8E-BC3C-6E9E9A51F58F}" destId="{D6513337-8EBD-4FE7-B393-2FAE9B48CD5C}" srcOrd="3" destOrd="0" presId="urn:microsoft.com/office/officeart/2005/8/layout/lProcess1"/>
    <dgm:cxn modelId="{73811368-B194-4A24-AD33-D7682C703338}" type="presParOf" srcId="{22D8E0AF-322E-4A8E-BC3C-6E9E9A51F58F}" destId="{734C3A16-72FA-42CA-BF15-F44513245016}" srcOrd="4" destOrd="0" presId="urn:microsoft.com/office/officeart/2005/8/layout/lProcess1"/>
    <dgm:cxn modelId="{CF11DF29-864F-46B6-AAB3-A5037CF8A0AD}" type="presParOf" srcId="{734C3A16-72FA-42CA-BF15-F44513245016}" destId="{09ADE9CE-20B7-4A4E-BED6-D56E4ED1D855}" srcOrd="0" destOrd="0" presId="urn:microsoft.com/office/officeart/2005/8/layout/lProcess1"/>
    <dgm:cxn modelId="{45BFDF97-7485-4BD3-9636-A42CF9DED933}" type="presParOf" srcId="{734C3A16-72FA-42CA-BF15-F44513245016}" destId="{C8CE6287-76AA-46C4-B478-0F9183DE6118}" srcOrd="1" destOrd="0" presId="urn:microsoft.com/office/officeart/2005/8/layout/lProcess1"/>
    <dgm:cxn modelId="{96337C59-FBC5-4280-848F-E1ABE955629C}" type="presParOf" srcId="{734C3A16-72FA-42CA-BF15-F44513245016}" destId="{F7AA6D3E-BCE0-4C06-B101-080DA85DCB01}" srcOrd="2" destOrd="0" presId="urn:microsoft.com/office/officeart/2005/8/layout/lProcess1"/>
    <dgm:cxn modelId="{02D7F229-EA09-4CF1-8A9A-9A5AAE90046C}" type="presParOf" srcId="{734C3A16-72FA-42CA-BF15-F44513245016}" destId="{DDA5CBC7-AA05-481A-A03A-3964C1BBBB5A}" srcOrd="3" destOrd="0" presId="urn:microsoft.com/office/officeart/2005/8/layout/lProcess1"/>
    <dgm:cxn modelId="{354586AA-7CE8-4586-9E66-2D688CB72C44}" type="presParOf" srcId="{734C3A16-72FA-42CA-BF15-F44513245016}" destId="{73DBFA1A-3823-4209-9CD6-DBDD456F39FB}" srcOrd="4" destOrd="0" presId="urn:microsoft.com/office/officeart/2005/8/layout/lProcess1"/>
    <dgm:cxn modelId="{90D43EC8-D059-4AA5-A590-3603C8F010A7}" type="presParOf" srcId="{734C3A16-72FA-42CA-BF15-F44513245016}" destId="{E7F7C4A8-2F3A-49BA-B2E4-CF48FCA5D8D8}" srcOrd="5" destOrd="0" presId="urn:microsoft.com/office/officeart/2005/8/layout/lProcess1"/>
    <dgm:cxn modelId="{35CDA84A-A070-48A2-86D3-246382CBFE34}" type="presParOf" srcId="{734C3A16-72FA-42CA-BF15-F44513245016}" destId="{68423B8C-DD55-4C1A-86D3-87118415FFA7}" srcOrd="6" destOrd="0" presId="urn:microsoft.com/office/officeart/2005/8/layout/lProcess1"/>
    <dgm:cxn modelId="{45D49A7A-3664-4AB2-B3A5-3D21008896A6}" type="presParOf" srcId="{22D8E0AF-322E-4A8E-BC3C-6E9E9A51F58F}" destId="{D5E79C7E-BA4F-41B5-AEAD-7D11CABDB66C}" srcOrd="5" destOrd="0" presId="urn:microsoft.com/office/officeart/2005/8/layout/lProcess1"/>
    <dgm:cxn modelId="{60AF69CC-E2C4-42C6-A765-A2C5CFC4AEC2}" type="presParOf" srcId="{22D8E0AF-322E-4A8E-BC3C-6E9E9A51F58F}" destId="{C057A87B-CF77-43C5-95EA-FF69715D34A3}" srcOrd="6" destOrd="0" presId="urn:microsoft.com/office/officeart/2005/8/layout/lProcess1"/>
    <dgm:cxn modelId="{3D5AEDB5-C877-49C4-8CE7-CBF70D35C8CE}" type="presParOf" srcId="{C057A87B-CF77-43C5-95EA-FF69715D34A3}" destId="{DA50ACFD-2722-4D29-B376-5CF3C8F3EB41}" srcOrd="0" destOrd="0" presId="urn:microsoft.com/office/officeart/2005/8/layout/lProcess1"/>
    <dgm:cxn modelId="{26680D57-96F1-46CA-851E-1BBD1B07CB88}" type="presParOf" srcId="{C057A87B-CF77-43C5-95EA-FF69715D34A3}" destId="{E31C91BC-3A8F-4AC7-8DBF-330AFF31351C}" srcOrd="1" destOrd="0" presId="urn:microsoft.com/office/officeart/2005/8/layout/lProcess1"/>
    <dgm:cxn modelId="{21D59C17-BA93-41E8-A4DD-760B1C9495CA}" type="presParOf" srcId="{C057A87B-CF77-43C5-95EA-FF69715D34A3}" destId="{AC28A259-E8AB-491C-9FF1-41516FA5BC71}" srcOrd="2" destOrd="0" presId="urn:microsoft.com/office/officeart/2005/8/layout/lProcess1"/>
    <dgm:cxn modelId="{C782C0A9-E361-4F17-920F-8CE4616FC159}" type="presParOf" srcId="{C057A87B-CF77-43C5-95EA-FF69715D34A3}" destId="{DF54C50F-225E-47E8-9EC4-AAA209AD28CA}" srcOrd="3" destOrd="0" presId="urn:microsoft.com/office/officeart/2005/8/layout/lProcess1"/>
    <dgm:cxn modelId="{AA078E26-B98A-45AC-A729-8B1210804A79}" type="presParOf" srcId="{C057A87B-CF77-43C5-95EA-FF69715D34A3}" destId="{75889BA5-DC82-4D41-8983-B2EE794BC078}" srcOrd="4" destOrd="0" presId="urn:microsoft.com/office/officeart/2005/8/layout/lProcess1"/>
    <dgm:cxn modelId="{A1C806BE-36A2-4421-9090-763A4910AEEE}" type="presParOf" srcId="{22D8E0AF-322E-4A8E-BC3C-6E9E9A51F58F}" destId="{7B1D081B-B7E2-4280-9CD0-186A40538FE1}" srcOrd="7" destOrd="0" presId="urn:microsoft.com/office/officeart/2005/8/layout/lProcess1"/>
    <dgm:cxn modelId="{8AF44AFB-8DF5-4DAF-9F9A-5B966D9774B2}" type="presParOf" srcId="{22D8E0AF-322E-4A8E-BC3C-6E9E9A51F58F}" destId="{18E7B1DA-17BE-4B47-BE7A-1C291B288C4B}" srcOrd="8" destOrd="0" presId="urn:microsoft.com/office/officeart/2005/8/layout/lProcess1"/>
    <dgm:cxn modelId="{FA1A0AD2-986C-407D-8BE3-5CF5453ADFE1}" type="presParOf" srcId="{18E7B1DA-17BE-4B47-BE7A-1C291B288C4B}" destId="{03DDA239-D484-4E25-A54E-F9D8179517AE}" srcOrd="0" destOrd="0" presId="urn:microsoft.com/office/officeart/2005/8/layout/lProcess1"/>
    <dgm:cxn modelId="{3BD6AB8F-537F-48CF-B5E1-3EB2DF36CBE0}" type="presParOf" srcId="{18E7B1DA-17BE-4B47-BE7A-1C291B288C4B}" destId="{0C07C74C-EBE8-4425-80F5-F8A956B98D35}" srcOrd="1" destOrd="0" presId="urn:microsoft.com/office/officeart/2005/8/layout/lProcess1"/>
    <dgm:cxn modelId="{0A6CDA23-75A9-46C5-8E55-07681CA99F79}" type="presParOf" srcId="{18E7B1DA-17BE-4B47-BE7A-1C291B288C4B}" destId="{E959AC5A-A9B4-4976-ACFC-0A21F6F7237C}" srcOrd="2" destOrd="0" presId="urn:microsoft.com/office/officeart/2005/8/layout/lProcess1"/>
    <dgm:cxn modelId="{1CCBADFA-1352-4015-8B05-9DF4553FB33E}" type="presParOf" srcId="{18E7B1DA-17BE-4B47-BE7A-1C291B288C4B}" destId="{95750410-09FF-4EB9-B549-CCC7BA1F255C}" srcOrd="3" destOrd="0" presId="urn:microsoft.com/office/officeart/2005/8/layout/lProcess1"/>
    <dgm:cxn modelId="{22FE2237-4EDE-49F3-BFCA-42399D2FEC27}" type="presParOf" srcId="{18E7B1DA-17BE-4B47-BE7A-1C291B288C4B}" destId="{324BC942-06E7-49DF-BED8-8A5BC3AAC9A8}" srcOrd="4" destOrd="0" presId="urn:microsoft.com/office/officeart/2005/8/layout/l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BCF6CE-E750-48B6-B333-305BBB100737}">
      <dsp:nvSpPr>
        <dsp:cNvPr id="0" name=""/>
        <dsp:cNvSpPr/>
      </dsp:nvSpPr>
      <dsp:spPr>
        <a:xfrm>
          <a:off x="1803" y="818435"/>
          <a:ext cx="1643955" cy="41098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Main Func</a:t>
          </a:r>
        </a:p>
      </dsp:txBody>
      <dsp:txXfrm>
        <a:off x="13840" y="830472"/>
        <a:ext cx="1619881" cy="386914"/>
      </dsp:txXfrm>
    </dsp:sp>
    <dsp:sp modelId="{1B1F80F4-E9A5-4A99-A630-6548067B7CB5}">
      <dsp:nvSpPr>
        <dsp:cNvPr id="0" name=""/>
        <dsp:cNvSpPr/>
      </dsp:nvSpPr>
      <dsp:spPr>
        <a:xfrm rot="5400000">
          <a:off x="787820" y="1265386"/>
          <a:ext cx="71923" cy="71923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5447532-8740-4202-B6A5-AE63748B9291}">
      <dsp:nvSpPr>
        <dsp:cNvPr id="0" name=""/>
        <dsp:cNvSpPr/>
      </dsp:nvSpPr>
      <dsp:spPr>
        <a:xfrm>
          <a:off x="1803" y="1373270"/>
          <a:ext cx="1643955" cy="410988"/>
        </a:xfrm>
        <a:prstGeom prst="roundRect">
          <a:avLst>
            <a:gd name="adj" fmla="val 10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Import store’s data from a file</a:t>
          </a:r>
        </a:p>
      </dsp:txBody>
      <dsp:txXfrm>
        <a:off x="13840" y="1385307"/>
        <a:ext cx="1619881" cy="386914"/>
      </dsp:txXfrm>
    </dsp:sp>
    <dsp:sp modelId="{7CAEA63C-96B5-40D4-900F-409598FDB0C1}">
      <dsp:nvSpPr>
        <dsp:cNvPr id="0" name=""/>
        <dsp:cNvSpPr/>
      </dsp:nvSpPr>
      <dsp:spPr>
        <a:xfrm rot="5400000">
          <a:off x="787820" y="1820220"/>
          <a:ext cx="71923" cy="71923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59BBFF8-CE50-41AE-9B5E-F6026BBE4F45}">
      <dsp:nvSpPr>
        <dsp:cNvPr id="0" name=""/>
        <dsp:cNvSpPr/>
      </dsp:nvSpPr>
      <dsp:spPr>
        <a:xfrm>
          <a:off x="1803" y="1928105"/>
          <a:ext cx="1643955" cy="410988"/>
        </a:xfrm>
        <a:prstGeom prst="roundRect">
          <a:avLst>
            <a:gd name="adj" fmla="val 10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Import sales’ data from file</a:t>
          </a:r>
        </a:p>
      </dsp:txBody>
      <dsp:txXfrm>
        <a:off x="13840" y="1940142"/>
        <a:ext cx="1619881" cy="386914"/>
      </dsp:txXfrm>
    </dsp:sp>
    <dsp:sp modelId="{A65C4264-24F4-4122-844B-F5E582EC0111}">
      <dsp:nvSpPr>
        <dsp:cNvPr id="0" name=""/>
        <dsp:cNvSpPr/>
      </dsp:nvSpPr>
      <dsp:spPr>
        <a:xfrm rot="5400000">
          <a:off x="787820" y="2375055"/>
          <a:ext cx="71923" cy="71923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A5E1799-26FB-4959-97AA-0FCC22761318}">
      <dsp:nvSpPr>
        <dsp:cNvPr id="0" name=""/>
        <dsp:cNvSpPr/>
      </dsp:nvSpPr>
      <dsp:spPr>
        <a:xfrm>
          <a:off x="1803" y="2482940"/>
          <a:ext cx="1643955" cy="410988"/>
        </a:xfrm>
        <a:prstGeom prst="roundRect">
          <a:avLst>
            <a:gd name="adj" fmla="val 10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Perform action according to user’s choice</a:t>
          </a:r>
        </a:p>
      </dsp:txBody>
      <dsp:txXfrm>
        <a:off x="13840" y="2494977"/>
        <a:ext cx="1619881" cy="386914"/>
      </dsp:txXfrm>
    </dsp:sp>
    <dsp:sp modelId="{3FBD4BD3-B74D-4AAB-9295-AE19DCC50691}">
      <dsp:nvSpPr>
        <dsp:cNvPr id="0" name=""/>
        <dsp:cNvSpPr/>
      </dsp:nvSpPr>
      <dsp:spPr>
        <a:xfrm rot="5400000">
          <a:off x="787820" y="2929890"/>
          <a:ext cx="71923" cy="71923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C46515F-5745-4BFE-8634-C34D77574BE3}">
      <dsp:nvSpPr>
        <dsp:cNvPr id="0" name=""/>
        <dsp:cNvSpPr/>
      </dsp:nvSpPr>
      <dsp:spPr>
        <a:xfrm>
          <a:off x="1803" y="3037775"/>
          <a:ext cx="1643955" cy="410988"/>
        </a:xfrm>
        <a:prstGeom prst="roundRect">
          <a:avLst>
            <a:gd name="adj" fmla="val 10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“Funcs” are called in IF statements</a:t>
          </a:r>
        </a:p>
      </dsp:txBody>
      <dsp:txXfrm>
        <a:off x="13840" y="3049812"/>
        <a:ext cx="1619881" cy="386914"/>
      </dsp:txXfrm>
    </dsp:sp>
    <dsp:sp modelId="{C8B6A55E-AFFC-4986-8663-D42E408FDD31}">
      <dsp:nvSpPr>
        <dsp:cNvPr id="0" name=""/>
        <dsp:cNvSpPr/>
      </dsp:nvSpPr>
      <dsp:spPr>
        <a:xfrm>
          <a:off x="1875913" y="818435"/>
          <a:ext cx="1643955" cy="41098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Display Functions</a:t>
          </a:r>
        </a:p>
      </dsp:txBody>
      <dsp:txXfrm>
        <a:off x="1887950" y="830472"/>
        <a:ext cx="1619881" cy="386914"/>
      </dsp:txXfrm>
    </dsp:sp>
    <dsp:sp modelId="{1BBD53A6-1F2B-42A1-AB0F-7FB27505B7EF}">
      <dsp:nvSpPr>
        <dsp:cNvPr id="0" name=""/>
        <dsp:cNvSpPr/>
      </dsp:nvSpPr>
      <dsp:spPr>
        <a:xfrm rot="5400000">
          <a:off x="2661929" y="1265386"/>
          <a:ext cx="71923" cy="71923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363EC46-22EE-4BE3-9AEB-C61A0A6C8F37}">
      <dsp:nvSpPr>
        <dsp:cNvPr id="0" name=""/>
        <dsp:cNvSpPr/>
      </dsp:nvSpPr>
      <dsp:spPr>
        <a:xfrm>
          <a:off x="1875913" y="1373270"/>
          <a:ext cx="1643955" cy="410988"/>
        </a:xfrm>
        <a:prstGeom prst="roundRect">
          <a:avLst>
            <a:gd name="adj" fmla="val 10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Menu</a:t>
          </a:r>
        </a:p>
      </dsp:txBody>
      <dsp:txXfrm>
        <a:off x="1887950" y="1385307"/>
        <a:ext cx="1619881" cy="386914"/>
      </dsp:txXfrm>
    </dsp:sp>
    <dsp:sp modelId="{B4E1F6EA-6932-4C01-9463-5A09C4A421BE}">
      <dsp:nvSpPr>
        <dsp:cNvPr id="0" name=""/>
        <dsp:cNvSpPr/>
      </dsp:nvSpPr>
      <dsp:spPr>
        <a:xfrm rot="5400000">
          <a:off x="2661929" y="1820220"/>
          <a:ext cx="71923" cy="71923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FB9DBA8-2A14-43E7-A329-97DE5FC21A68}">
      <dsp:nvSpPr>
        <dsp:cNvPr id="0" name=""/>
        <dsp:cNvSpPr/>
      </dsp:nvSpPr>
      <dsp:spPr>
        <a:xfrm>
          <a:off x="1875913" y="1928105"/>
          <a:ext cx="1643955" cy="410988"/>
        </a:xfrm>
        <a:prstGeom prst="roundRect">
          <a:avLst>
            <a:gd name="adj" fmla="val 10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Store Data</a:t>
          </a:r>
        </a:p>
      </dsp:txBody>
      <dsp:txXfrm>
        <a:off x="1887950" y="1940142"/>
        <a:ext cx="1619881" cy="386914"/>
      </dsp:txXfrm>
    </dsp:sp>
    <dsp:sp modelId="{117A1D42-7C12-4C11-863F-EC717FDCD590}">
      <dsp:nvSpPr>
        <dsp:cNvPr id="0" name=""/>
        <dsp:cNvSpPr/>
      </dsp:nvSpPr>
      <dsp:spPr>
        <a:xfrm rot="5400000">
          <a:off x="2661929" y="2375055"/>
          <a:ext cx="71923" cy="71923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E19DFAE-4595-4CF1-99DA-3AC8271122E2}">
      <dsp:nvSpPr>
        <dsp:cNvPr id="0" name=""/>
        <dsp:cNvSpPr/>
      </dsp:nvSpPr>
      <dsp:spPr>
        <a:xfrm>
          <a:off x="1875913" y="2482940"/>
          <a:ext cx="1643955" cy="410988"/>
        </a:xfrm>
        <a:prstGeom prst="roundRect">
          <a:avLst>
            <a:gd name="adj" fmla="val 10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Sale’s Invoice Report</a:t>
          </a:r>
        </a:p>
      </dsp:txBody>
      <dsp:txXfrm>
        <a:off x="1887950" y="2494977"/>
        <a:ext cx="1619881" cy="386914"/>
      </dsp:txXfrm>
    </dsp:sp>
    <dsp:sp modelId="{09ADE9CE-20B7-4A4E-BED6-D56E4ED1D855}">
      <dsp:nvSpPr>
        <dsp:cNvPr id="0" name=""/>
        <dsp:cNvSpPr/>
      </dsp:nvSpPr>
      <dsp:spPr>
        <a:xfrm>
          <a:off x="3750022" y="818435"/>
          <a:ext cx="1643955" cy="41098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Store Funcs</a:t>
          </a:r>
        </a:p>
      </dsp:txBody>
      <dsp:txXfrm>
        <a:off x="3762059" y="830472"/>
        <a:ext cx="1619881" cy="386914"/>
      </dsp:txXfrm>
    </dsp:sp>
    <dsp:sp modelId="{C8CE6287-76AA-46C4-B478-0F9183DE6118}">
      <dsp:nvSpPr>
        <dsp:cNvPr id="0" name=""/>
        <dsp:cNvSpPr/>
      </dsp:nvSpPr>
      <dsp:spPr>
        <a:xfrm rot="5400000">
          <a:off x="4536038" y="1265386"/>
          <a:ext cx="71923" cy="71923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7AA6D3E-BCE0-4C06-B101-080DA85DCB01}">
      <dsp:nvSpPr>
        <dsp:cNvPr id="0" name=""/>
        <dsp:cNvSpPr/>
      </dsp:nvSpPr>
      <dsp:spPr>
        <a:xfrm>
          <a:off x="3750022" y="1373270"/>
          <a:ext cx="1643955" cy="410988"/>
        </a:xfrm>
        <a:prstGeom prst="roundRect">
          <a:avLst>
            <a:gd name="adj" fmla="val 10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Addition of data in store</a:t>
          </a:r>
        </a:p>
      </dsp:txBody>
      <dsp:txXfrm>
        <a:off x="3762059" y="1385307"/>
        <a:ext cx="1619881" cy="386914"/>
      </dsp:txXfrm>
    </dsp:sp>
    <dsp:sp modelId="{DDA5CBC7-AA05-481A-A03A-3964C1BBBB5A}">
      <dsp:nvSpPr>
        <dsp:cNvPr id="0" name=""/>
        <dsp:cNvSpPr/>
      </dsp:nvSpPr>
      <dsp:spPr>
        <a:xfrm rot="5400000">
          <a:off x="4536038" y="1820220"/>
          <a:ext cx="71923" cy="71923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3DBFA1A-3823-4209-9CD6-DBDD456F39FB}">
      <dsp:nvSpPr>
        <dsp:cNvPr id="0" name=""/>
        <dsp:cNvSpPr/>
      </dsp:nvSpPr>
      <dsp:spPr>
        <a:xfrm>
          <a:off x="3750022" y="1928105"/>
          <a:ext cx="1643955" cy="410988"/>
        </a:xfrm>
        <a:prstGeom prst="roundRect">
          <a:avLst>
            <a:gd name="adj" fmla="val 10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Store Data Updating</a:t>
          </a:r>
        </a:p>
      </dsp:txBody>
      <dsp:txXfrm>
        <a:off x="3762059" y="1940142"/>
        <a:ext cx="1619881" cy="386914"/>
      </dsp:txXfrm>
    </dsp:sp>
    <dsp:sp modelId="{E7F7C4A8-2F3A-49BA-B2E4-CF48FCA5D8D8}">
      <dsp:nvSpPr>
        <dsp:cNvPr id="0" name=""/>
        <dsp:cNvSpPr/>
      </dsp:nvSpPr>
      <dsp:spPr>
        <a:xfrm rot="5400000">
          <a:off x="4536038" y="2375055"/>
          <a:ext cx="71923" cy="71923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8423B8C-DD55-4C1A-86D3-87118415FFA7}">
      <dsp:nvSpPr>
        <dsp:cNvPr id="0" name=""/>
        <dsp:cNvSpPr/>
      </dsp:nvSpPr>
      <dsp:spPr>
        <a:xfrm>
          <a:off x="3750022" y="2482940"/>
          <a:ext cx="1643955" cy="410988"/>
        </a:xfrm>
        <a:prstGeom prst="roundRect">
          <a:avLst>
            <a:gd name="adj" fmla="val 10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Store Data Deleting</a:t>
          </a:r>
        </a:p>
      </dsp:txBody>
      <dsp:txXfrm>
        <a:off x="3762059" y="2494977"/>
        <a:ext cx="1619881" cy="386914"/>
      </dsp:txXfrm>
    </dsp:sp>
    <dsp:sp modelId="{DA50ACFD-2722-4D29-B376-5CF3C8F3EB41}">
      <dsp:nvSpPr>
        <dsp:cNvPr id="0" name=""/>
        <dsp:cNvSpPr/>
      </dsp:nvSpPr>
      <dsp:spPr>
        <a:xfrm>
          <a:off x="5624131" y="818435"/>
          <a:ext cx="1643955" cy="41098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Sales Funcs</a:t>
          </a:r>
        </a:p>
      </dsp:txBody>
      <dsp:txXfrm>
        <a:off x="5636168" y="830472"/>
        <a:ext cx="1619881" cy="386914"/>
      </dsp:txXfrm>
    </dsp:sp>
    <dsp:sp modelId="{E31C91BC-3A8F-4AC7-8DBF-330AFF31351C}">
      <dsp:nvSpPr>
        <dsp:cNvPr id="0" name=""/>
        <dsp:cNvSpPr/>
      </dsp:nvSpPr>
      <dsp:spPr>
        <a:xfrm rot="5400000">
          <a:off x="6410147" y="1265386"/>
          <a:ext cx="71923" cy="71923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C28A259-E8AB-491C-9FF1-41516FA5BC71}">
      <dsp:nvSpPr>
        <dsp:cNvPr id="0" name=""/>
        <dsp:cNvSpPr/>
      </dsp:nvSpPr>
      <dsp:spPr>
        <a:xfrm>
          <a:off x="5624131" y="1373270"/>
          <a:ext cx="1643955" cy="410988"/>
        </a:xfrm>
        <a:prstGeom prst="roundRect">
          <a:avLst>
            <a:gd name="adj" fmla="val 10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Customer’s Info Collection</a:t>
          </a:r>
        </a:p>
      </dsp:txBody>
      <dsp:txXfrm>
        <a:off x="5636168" y="1385307"/>
        <a:ext cx="1619881" cy="386914"/>
      </dsp:txXfrm>
    </dsp:sp>
    <dsp:sp modelId="{DF54C50F-225E-47E8-9EC4-AAA209AD28CA}">
      <dsp:nvSpPr>
        <dsp:cNvPr id="0" name=""/>
        <dsp:cNvSpPr/>
      </dsp:nvSpPr>
      <dsp:spPr>
        <a:xfrm rot="5400000">
          <a:off x="6410147" y="1820220"/>
          <a:ext cx="71923" cy="71923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5889BA5-DC82-4D41-8983-B2EE794BC078}">
      <dsp:nvSpPr>
        <dsp:cNvPr id="0" name=""/>
        <dsp:cNvSpPr/>
      </dsp:nvSpPr>
      <dsp:spPr>
        <a:xfrm>
          <a:off x="5624131" y="1928105"/>
          <a:ext cx="1643955" cy="410988"/>
        </a:xfrm>
        <a:prstGeom prst="roundRect">
          <a:avLst>
            <a:gd name="adj" fmla="val 10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Product’s Data Collection for sale</a:t>
          </a:r>
        </a:p>
      </dsp:txBody>
      <dsp:txXfrm>
        <a:off x="5636168" y="1940142"/>
        <a:ext cx="1619881" cy="386914"/>
      </dsp:txXfrm>
    </dsp:sp>
    <dsp:sp modelId="{03DDA239-D484-4E25-A54E-F9D8179517AE}">
      <dsp:nvSpPr>
        <dsp:cNvPr id="0" name=""/>
        <dsp:cNvSpPr/>
      </dsp:nvSpPr>
      <dsp:spPr>
        <a:xfrm>
          <a:off x="7498240" y="818435"/>
          <a:ext cx="1643955" cy="41098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Structures</a:t>
          </a:r>
        </a:p>
      </dsp:txBody>
      <dsp:txXfrm>
        <a:off x="7510277" y="830472"/>
        <a:ext cx="1619881" cy="386914"/>
      </dsp:txXfrm>
    </dsp:sp>
    <dsp:sp modelId="{0C07C74C-EBE8-4425-80F5-F8A956B98D35}">
      <dsp:nvSpPr>
        <dsp:cNvPr id="0" name=""/>
        <dsp:cNvSpPr/>
      </dsp:nvSpPr>
      <dsp:spPr>
        <a:xfrm rot="5400000">
          <a:off x="8284256" y="1265386"/>
          <a:ext cx="71923" cy="71923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959AC5A-A9B4-4976-ACFC-0A21F6F7237C}">
      <dsp:nvSpPr>
        <dsp:cNvPr id="0" name=""/>
        <dsp:cNvSpPr/>
      </dsp:nvSpPr>
      <dsp:spPr>
        <a:xfrm>
          <a:off x="7498240" y="1373270"/>
          <a:ext cx="1643955" cy="410988"/>
        </a:xfrm>
        <a:prstGeom prst="roundRect">
          <a:avLst>
            <a:gd name="adj" fmla="val 10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Store</a:t>
          </a:r>
        </a:p>
      </dsp:txBody>
      <dsp:txXfrm>
        <a:off x="7510277" y="1385307"/>
        <a:ext cx="1619881" cy="386914"/>
      </dsp:txXfrm>
    </dsp:sp>
    <dsp:sp modelId="{95750410-09FF-4EB9-B549-CCC7BA1F255C}">
      <dsp:nvSpPr>
        <dsp:cNvPr id="0" name=""/>
        <dsp:cNvSpPr/>
      </dsp:nvSpPr>
      <dsp:spPr>
        <a:xfrm rot="5400000">
          <a:off x="8284256" y="1820220"/>
          <a:ext cx="71923" cy="71923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24BC942-06E7-49DF-BED8-8A5BC3AAC9A8}">
      <dsp:nvSpPr>
        <dsp:cNvPr id="0" name=""/>
        <dsp:cNvSpPr/>
      </dsp:nvSpPr>
      <dsp:spPr>
        <a:xfrm>
          <a:off x="7498240" y="1928105"/>
          <a:ext cx="1643955" cy="410988"/>
        </a:xfrm>
        <a:prstGeom prst="roundRect">
          <a:avLst>
            <a:gd name="adj" fmla="val 10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Sales</a:t>
          </a:r>
        </a:p>
      </dsp:txBody>
      <dsp:txXfrm>
        <a:off x="7510277" y="1940142"/>
        <a:ext cx="1619881" cy="3869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1">
  <dgm:title val=""/>
  <dgm:desc val=""/>
  <dgm:catLst>
    <dgm:cat type="process" pri="1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1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2"/>
      </dgm:ptLst>
      <dgm:cxnLst>
        <dgm:cxn modelId="3" srcId="0" destId="1" srcOrd="0" destOrd="0"/>
        <dgm:cxn modelId="4" srcId="0" destId="2" srcOrd="0" destOrd="0"/>
        <dgm:cxn modelId="5" srcId="1" destId="11" srcOrd="0" destOrd="0"/>
        <dgm:cxn modelId="6" srcId="2" destId="2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R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header" refType="h"/>
      <dgm:constr type="w" for="des" forName="header" refType="h" refFor="des" refForName="header" op="equ" fact="4"/>
      <dgm:constr type="h" for="des" forName="child" refType="h" refFor="des" refForName="header" op="equ"/>
      <dgm:constr type="w" for="des" forName="child" refType="w" refFor="des" refForName="header" op="equ"/>
      <dgm:constr type="w" for="ch" forName="hSp" refType="w" refFor="des" refForName="header" op="equ" fact="0.14"/>
      <dgm:constr type="h" for="des" forName="parTrans" refType="h" refFor="des" refForName="header" op="equ" fact="0.35"/>
      <dgm:constr type="h" for="des" forName="sibTrans" refType="h" refFor="des" refForName="parTrans" op="equ"/>
      <dgm:constr type="primFontSz" for="des" forName="child" op="equ" val="65"/>
      <dgm:constr type="primFontSz" for="des" forName="header" op="equ" val="65"/>
    </dgm:constrLst>
    <dgm:ruleLst/>
    <dgm:forEach name="Name4" axis="ch" ptType="node">
      <dgm:layoutNode name="vertFlow">
        <dgm:choose name="Name5">
          <dgm:if name="Name6" func="var" arg="dir" op="equ" val="norm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if>
          <dgm:else name="Name7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header" styleLbl="node1"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8" axis="ch" ptType="parTrans" cnt="1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w" refType="h"/>
              <dgm:constr type="connDist"/>
              <dgm:constr type="wArH" refType="h" fact="0.25"/>
              <dgm:constr type="hArH" refType="wArH" fact="2"/>
              <dgm:constr type="stemThick" refType="hArH" fact="0.667"/>
              <dgm:constr type="begPad" refType="connDist" fact="0.25"/>
              <dgm:constr type="endPad" refType="connDist" fact="0.25"/>
            </dgm:constrLst>
            <dgm:ruleLst/>
          </dgm:layoutNode>
        </dgm:forEach>
        <dgm:forEach name="Name9" axis="ch" ptType="node">
          <dgm:layoutNode name="child" styleLbl="alignAccFollowNode1">
            <dgm:varLst>
              <dgm:chMax val="0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  <dgm:forEach name="Name10" axis="followSib" ptType="sibTrans" cnt="1">
            <dgm:layoutNode name="sibTrans" styleLbl="sibTrans2D1">
              <dgm:alg type="conn">
                <dgm:param type="begPts" val="auto"/>
                <dgm:param type="endPts" val="auto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w" refType="h"/>
                <dgm:constr type="connDist"/>
                <dgm:constr type="wArH" refType="h" fact="0.25"/>
                <dgm:constr type="hArH" refType="wArH" fact="2"/>
                <dgm:constr type="stemThick" refType="hArH" fact="0.667"/>
                <dgm:constr type="begPad" refType="w" fact="0.25"/>
                <dgm:constr type="endPad" refType="w" fact="0.25"/>
              </dgm:constrLst>
              <dgm:ruleLst/>
            </dgm:layoutNode>
          </dgm:forEach>
        </dgm:forEach>
      </dgm:layoutNode>
      <dgm:choose name="Name11">
        <dgm:if name="Name12" axis="self" ptType="node" func="revPos" op="gte" val="2">
          <dgm:layoutNode name="h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3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2B48F5-BACC-47D6-A0F7-82FBF9C6BC85}" type="datetimeFigureOut">
              <a:rPr lang="en-US"/>
              <a:t>7/30/2023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ACAF8E-318A-4EFE-8633-D9E72ABCE0E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06559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B1CD00-5424-4675-AB18-2C419B060449}" type="datetimeFigureOut">
              <a:rPr lang="en-US"/>
              <a:t>7/30/2023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E2CF44-2B13-41B4-A334-1CDF534EEBB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5385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 bwMode="gray">
          <a:xfrm>
            <a:off x="0" y="2825016"/>
            <a:ext cx="12188952" cy="3180930"/>
          </a:xfrm>
          <a:prstGeom prst="rect">
            <a:avLst/>
          </a:prstGeom>
          <a:solidFill>
            <a:schemeClr val="bg1">
              <a:lumMod val="85000"/>
              <a:lumOff val="1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 userDrawn="1"/>
        </p:nvSpPr>
        <p:spPr bwMode="black">
          <a:xfrm>
            <a:off x="0" y="3075709"/>
            <a:ext cx="12188952" cy="26392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white">
          <a:xfrm>
            <a:off x="1066800" y="3165763"/>
            <a:ext cx="10058400" cy="1711037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white">
          <a:xfrm>
            <a:off x="1066800" y="4953000"/>
            <a:ext cx="10058400" cy="6858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7/30/2023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828800"/>
            <a:ext cx="9144000" cy="2743200"/>
          </a:xfrm>
        </p:spPr>
        <p:txBody>
          <a:bodyPr anchor="b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4589463"/>
            <a:ext cx="9144000" cy="1506537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6778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0" y="1825625"/>
            <a:ext cx="4343400" cy="427037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825625"/>
            <a:ext cx="4343400" cy="427037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7/30/2023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7048" y="1828800"/>
            <a:ext cx="4343400" cy="6858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7048" y="2514600"/>
            <a:ext cx="4343400" cy="35814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7648" y="1828800"/>
            <a:ext cx="4343400" cy="6858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7648" y="2514600"/>
            <a:ext cx="4343400" cy="35814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7/30/2023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7/30/2023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7/30/2023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02587" y="1600200"/>
            <a:ext cx="3122613" cy="1828800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0412" y="762000"/>
            <a:ext cx="6400800" cy="5334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001039" y="3429000"/>
            <a:ext cx="3124161" cy="18288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7/30/2023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7952" y="1600200"/>
            <a:ext cx="3127248" cy="1828800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81251" y="777240"/>
            <a:ext cx="6400800" cy="5303520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97952" y="3429000"/>
            <a:ext cx="3127248" cy="18288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Rectangle 7" descr="An empty placeholder to add an image. Click on the placeholder and select the image that you wish to add."/>
          <p:cNvSpPr/>
          <p:nvPr userDrawn="1"/>
        </p:nvSpPr>
        <p:spPr bwMode="blackWhite">
          <a:xfrm>
            <a:off x="644091" y="640080"/>
            <a:ext cx="6675120" cy="5577840"/>
          </a:xfrm>
          <a:prstGeom prst="rect">
            <a:avLst/>
          </a:prstGeom>
          <a:solidFill>
            <a:srgbClr val="000000"/>
          </a:solidFill>
          <a:ln w="101600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7/30/2023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249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7/30/2023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57199"/>
            <a:ext cx="1943100" cy="56388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4000" y="457199"/>
            <a:ext cx="7048500" cy="56388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7/30/2023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4000" y="457200"/>
            <a:ext cx="91440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1828800"/>
            <a:ext cx="914400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4000" y="6362700"/>
            <a:ext cx="6881553" cy="257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10600" y="6362700"/>
            <a:ext cx="990600" cy="257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fld id="{37CC0096-1860-4642-9CD2-0079EA5E7CD1}" type="datetimeFigureOut">
              <a:rPr lang="en-US" smtClean="0"/>
              <a:pPr/>
              <a:t>7/30/2023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29800" y="6362700"/>
            <a:ext cx="838200" cy="257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/>
        </a:buClr>
        <a:buFont typeface="Arial" pitchFamily="34" charset="0"/>
        <a:buChar char="•"/>
        <a:defRPr sz="20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3pPr>
      <a:lvl4pPr marL="123444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4pPr>
      <a:lvl5pPr marL="150876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33172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60604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Computer Sales Point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 Project of Shpaater Group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24538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Title and Content Layout with List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Menu Function</a:t>
            </a:r>
            <a:endParaRPr dirty="0"/>
          </a:p>
          <a:p>
            <a:r>
              <a:rPr lang="en-US" dirty="0"/>
              <a:t>Addition of record to Store Function</a:t>
            </a:r>
            <a:endParaRPr dirty="0"/>
          </a:p>
          <a:p>
            <a:r>
              <a:rPr lang="en-US" dirty="0"/>
              <a:t>Updation of record stored in stock Function</a:t>
            </a:r>
          </a:p>
          <a:p>
            <a:r>
              <a:rPr lang="en-US" dirty="0"/>
              <a:t>Deletion of ANY record stored in stock Function</a:t>
            </a:r>
          </a:p>
          <a:p>
            <a:r>
              <a:rPr lang="en-US" dirty="0"/>
              <a:t>Sales Info Collection (about customer and product) Function</a:t>
            </a:r>
          </a:p>
          <a:p>
            <a:r>
              <a:rPr lang="en-US" dirty="0"/>
              <a:t>Sales Invoice Function (Whole Sale’s Report &amp; Single customer’s Sale’s invoice)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428263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3A3F4-C9BA-4C80-B2F5-0B73F19C8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Libraries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AD4A7B-30D9-4CE4-B1AE-049383FF87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#include&lt;iostream&gt;	Input output</a:t>
            </a:r>
          </a:p>
          <a:p>
            <a:r>
              <a:rPr lang="en-US" dirty="0"/>
              <a:t>#include&lt;iomanip&gt;	Set width</a:t>
            </a:r>
          </a:p>
          <a:p>
            <a:r>
              <a:rPr lang="en-US" dirty="0"/>
              <a:t>#include&lt;fstream&gt;	File input &amp; output</a:t>
            </a:r>
          </a:p>
          <a:p>
            <a:r>
              <a:rPr lang="en-US" dirty="0"/>
              <a:t>#include&lt;sstream&gt;	insertion, extraction </a:t>
            </a:r>
          </a:p>
          <a:p>
            <a:r>
              <a:rPr lang="en-US" dirty="0"/>
              <a:t>#include&lt;cctype&gt;	toupper, </a:t>
            </a:r>
            <a:r>
              <a:rPr lang="en-US" dirty="0" err="1"/>
              <a:t>tolower</a:t>
            </a:r>
            <a:r>
              <a:rPr lang="en-US" dirty="0"/>
              <a:t> function etc.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6220111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438150"/>
            <a:ext cx="9144000" cy="1143000"/>
          </a:xfrm>
        </p:spPr>
        <p:txBody>
          <a:bodyPr/>
          <a:lstStyle/>
          <a:p>
            <a:r>
              <a:rPr lang="en-US" dirty="0"/>
              <a:t>Prototypes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b="0" i="1" dirty="0">
                <a:solidFill>
                  <a:srgbClr val="66D9E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Menu</a:t>
            </a:r>
            <a:r>
              <a:rPr lang="en-U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0" i="1" dirty="0">
                <a:solidFill>
                  <a:srgbClr val="66D9E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storeAddition</a:t>
            </a:r>
            <a:r>
              <a:rPr lang="en-U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i="1" dirty="0">
                <a:solidFill>
                  <a:srgbClr val="66D9E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0" i="1" dirty="0">
                <a:solidFill>
                  <a:srgbClr val="66D9E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storeUpdation</a:t>
            </a:r>
            <a:r>
              <a:rPr lang="en-U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i="1" dirty="0">
                <a:solidFill>
                  <a:srgbClr val="66D9E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0" i="1" dirty="0">
                <a:solidFill>
                  <a:srgbClr val="66D9E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storeDeletion</a:t>
            </a:r>
            <a:r>
              <a:rPr lang="en-U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i="1" dirty="0">
                <a:solidFill>
                  <a:srgbClr val="66D9E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0" i="1" dirty="0">
                <a:solidFill>
                  <a:srgbClr val="66D9E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storeData</a:t>
            </a:r>
            <a:r>
              <a:rPr lang="en-U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i="1" dirty="0">
                <a:solidFill>
                  <a:srgbClr val="66D9E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0" i="1" dirty="0">
                <a:solidFill>
                  <a:srgbClr val="66D9E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salesInfo</a:t>
            </a:r>
            <a:r>
              <a:rPr lang="en-U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i="1" dirty="0">
                <a:solidFill>
                  <a:srgbClr val="66D9E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i="1" dirty="0">
                <a:solidFill>
                  <a:srgbClr val="66D9E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0" i="1" dirty="0">
                <a:solidFill>
                  <a:srgbClr val="66D9E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salesReport</a:t>
            </a:r>
            <a:r>
              <a:rPr lang="en-U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i="1" dirty="0">
                <a:solidFill>
                  <a:srgbClr val="66D9E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A54D002F-558C-46ED-84C8-F0040ADA928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5294" y="2535748"/>
            <a:ext cx="5766233" cy="3541202"/>
          </a:xfrm>
        </p:spPr>
      </p:pic>
    </p:spTree>
    <p:extLst>
      <p:ext uri="{BB962C8B-B14F-4D97-AF65-F5344CB8AC3E}">
        <p14:creationId xmlns:p14="http://schemas.microsoft.com/office/powerpoint/2010/main" val="41452613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outline of code</a:t>
            </a:r>
            <a:endParaRPr dirty="0"/>
          </a:p>
        </p:txBody>
      </p:sp>
      <p:graphicFrame>
        <p:nvGraphicFramePr>
          <p:cNvPr id="9" name="Content Placeholder 8" descr="Process list showing 4 titles with tasks  arranged one below the other and downward pointing arrows are used to indicate progression from title to task and from task to task. First title has 4 tasks, second title has 3, third has 2 and fourth has 2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04250930"/>
              </p:ext>
            </p:extLst>
          </p:nvPr>
        </p:nvGraphicFramePr>
        <p:xfrm>
          <a:off x="1524000" y="1828800"/>
          <a:ext cx="9144000" cy="4267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530276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88640"/>
            <a:ext cx="9144000" cy="2743200"/>
          </a:xfrm>
        </p:spPr>
        <p:txBody>
          <a:bodyPr/>
          <a:lstStyle/>
          <a:p>
            <a:r>
              <a:rPr lang="en-US" dirty="0"/>
              <a:t>Main Function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3352801"/>
            <a:ext cx="9144000" cy="2743200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Firstly, Data for store is imported from a file(“store.txt”).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Then Data of All the sale made(if any) is imported from file(“sales.txt”).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After it, all the functions are called inside it according to user’s choice controlled by if conditions.</a:t>
            </a:r>
            <a:endParaRPr lang="en-US" sz="1800" dirty="0">
              <a:latin typeface="Bahnschrift SemiBold" panose="020B0502040204020203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Bahnschrift SemiBold" panose="020B0502040204020203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Bahnschrift SemiBold" panose="020B0502040204020203" pitchFamily="34" charset="0"/>
                <a:cs typeface="Arial" panose="020B0604020202020204" pitchFamily="34" charset="0"/>
              </a:rPr>
              <a:t>Program terminates when the user’s choice is 7.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44352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438150"/>
            <a:ext cx="9144000" cy="1143000"/>
          </a:xfrm>
        </p:spPr>
        <p:txBody>
          <a:bodyPr/>
          <a:lstStyle/>
          <a:p>
            <a:r>
              <a:rPr lang="en-US" dirty="0"/>
              <a:t>Store Functions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Store Addition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Company</a:t>
            </a:r>
          </a:p>
          <a:p>
            <a:r>
              <a:rPr lang="en-US" dirty="0"/>
              <a:t>Model</a:t>
            </a:r>
          </a:p>
          <a:p>
            <a:r>
              <a:rPr lang="en-US" dirty="0"/>
              <a:t>Generation</a:t>
            </a:r>
          </a:p>
          <a:p>
            <a:r>
              <a:rPr lang="en-US" dirty="0"/>
              <a:t>System type (bit)</a:t>
            </a:r>
          </a:p>
          <a:p>
            <a:r>
              <a:rPr lang="en-US" dirty="0"/>
              <a:t>RAM &amp; Hard</a:t>
            </a:r>
          </a:p>
          <a:p>
            <a:r>
              <a:rPr lang="en-US" dirty="0"/>
              <a:t>Price</a:t>
            </a:r>
          </a:p>
          <a:p>
            <a:r>
              <a:rPr lang="en-US" dirty="0"/>
              <a:t>&amp; Quantity to add in store </a:t>
            </a:r>
          </a:p>
          <a:p>
            <a:pPr marL="0" indent="0">
              <a:buNone/>
            </a:pPr>
            <a:r>
              <a:rPr lang="en-US" dirty="0"/>
              <a:t>are inputted by user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Store Data Updating &amp; Deleting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Whole Data in store is displayed calling </a:t>
            </a:r>
            <a:r>
              <a:rPr lang="en-US" b="1" dirty="0"/>
              <a:t>storeData</a:t>
            </a:r>
            <a:r>
              <a:rPr lang="en-US" dirty="0"/>
              <a:t>(</a:t>
            </a:r>
            <a:r>
              <a:rPr lang="en-US" i="1" dirty="0"/>
              <a:t>int</a:t>
            </a:r>
            <a:r>
              <a:rPr lang="en-US" dirty="0"/>
              <a:t>) </a:t>
            </a:r>
            <a:r>
              <a:rPr lang="en-US" i="1" dirty="0"/>
              <a:t>func.</a:t>
            </a:r>
          </a:p>
          <a:p>
            <a:r>
              <a:rPr lang="en-US" dirty="0"/>
              <a:t>Sr-no which user wants to </a:t>
            </a:r>
            <a:r>
              <a:rPr lang="en-US" i="1" dirty="0"/>
              <a:t>update</a:t>
            </a:r>
            <a:r>
              <a:rPr lang="en-US" dirty="0"/>
              <a:t>  is asked from user (also while </a:t>
            </a:r>
            <a:r>
              <a:rPr lang="en-US" i="1" dirty="0"/>
              <a:t>deleting</a:t>
            </a:r>
            <a:r>
              <a:rPr lang="en-US" dirty="0"/>
              <a:t>).</a:t>
            </a:r>
          </a:p>
          <a:p>
            <a:r>
              <a:rPr lang="en-US" dirty="0"/>
              <a:t>Any of these can be </a:t>
            </a:r>
            <a:r>
              <a:rPr lang="en-US" i="1" u="sng" dirty="0"/>
              <a:t>updated</a:t>
            </a:r>
            <a:r>
              <a:rPr lang="en-US" dirty="0"/>
              <a:t> by the choice of user.</a:t>
            </a:r>
          </a:p>
          <a:p>
            <a:r>
              <a:rPr lang="en-US" dirty="0"/>
              <a:t>While </a:t>
            </a:r>
            <a:r>
              <a:rPr lang="en-US" i="1" u="sng" dirty="0"/>
              <a:t>Deleting</a:t>
            </a:r>
            <a:r>
              <a:rPr lang="en-US" dirty="0"/>
              <a:t>, the records from the current </a:t>
            </a:r>
            <a:r>
              <a:rPr lang="en-US" b="1" dirty="0"/>
              <a:t>sr#</a:t>
            </a:r>
            <a:r>
              <a:rPr lang="en-US" dirty="0"/>
              <a:t> are overwritten by the next one till the last.</a:t>
            </a:r>
          </a:p>
          <a:p>
            <a:pPr marL="0" indent="0">
              <a:buNone/>
            </a:pPr>
            <a:endParaRPr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7D7E562-79D4-46FA-AF23-1CE36144034E}"/>
              </a:ext>
            </a:extLst>
          </p:cNvPr>
          <p:cNvCxnSpPr>
            <a:cxnSpLocks/>
          </p:cNvCxnSpPr>
          <p:nvPr/>
        </p:nvCxnSpPr>
        <p:spPr>
          <a:xfrm>
            <a:off x="5447928" y="4077072"/>
            <a:ext cx="7920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ight Brace 9">
            <a:extLst>
              <a:ext uri="{FF2B5EF4-FFF2-40B4-BE49-F238E27FC236}">
                <a16:creationId xmlns:a16="http://schemas.microsoft.com/office/drawing/2014/main" id="{3C815D17-E43D-4C81-87C4-5BCFD75F6E68}"/>
              </a:ext>
            </a:extLst>
          </p:cNvPr>
          <p:cNvSpPr/>
          <p:nvPr/>
        </p:nvSpPr>
        <p:spPr>
          <a:xfrm>
            <a:off x="4583832" y="2514601"/>
            <a:ext cx="720080" cy="314664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4758423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Sales Info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56BEE1-7803-44D7-9D9B-8E6C9724B6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Customer Name</a:t>
            </a:r>
          </a:p>
          <a:p>
            <a:r>
              <a:rPr lang="en-US" dirty="0"/>
              <a:t>CNIC</a:t>
            </a:r>
          </a:p>
          <a:p>
            <a:r>
              <a:rPr lang="en-US" dirty="0"/>
              <a:t>Phone No.</a:t>
            </a:r>
          </a:p>
          <a:p>
            <a:r>
              <a:rPr lang="en-US" dirty="0"/>
              <a:t>Customer’s Address</a:t>
            </a:r>
          </a:p>
          <a:p>
            <a:r>
              <a:rPr lang="en-US" dirty="0"/>
              <a:t>Company Name (to buy a laptop from)</a:t>
            </a:r>
          </a:p>
          <a:p>
            <a:endParaRPr lang="en-US" dirty="0"/>
          </a:p>
          <a:p>
            <a:r>
              <a:rPr lang="en-US" dirty="0"/>
              <a:t>Are asked from customer, then it displays a table of data of store of specific company selected by the customer. </a:t>
            </a:r>
          </a:p>
          <a:p>
            <a:r>
              <a:rPr lang="en-US" dirty="0"/>
              <a:t>If no data is found then it prompts a message(“no laptop available of this company”). And then ask for another company for laptop.</a:t>
            </a:r>
          </a:p>
          <a:p>
            <a:pPr marL="0" indent="0">
              <a:buNone/>
            </a:pP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159886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A3C2D-F8C3-464A-8C44-431676D90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8C39C9-BB1A-458B-BC64-4CA64BA40B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User enters the Sr-No of product He / She wants to buy</a:t>
            </a:r>
          </a:p>
          <a:p>
            <a:r>
              <a:rPr lang="en-US" dirty="0"/>
              <a:t>All the specifications of the product are load from the members of </a:t>
            </a:r>
            <a:r>
              <a:rPr lang="en-US" b="0" i="1" dirty="0">
                <a:solidFill>
                  <a:srgbClr val="66D9E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u="sng" dirty="0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Store</a:t>
            </a:r>
            <a:r>
              <a:rPr lang="en-U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8F8F2"/>
                </a:solidFill>
                <a:effectLst/>
              </a:rPr>
              <a:t>to the members of</a:t>
            </a:r>
            <a:r>
              <a:rPr lang="en-U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>
                <a:solidFill>
                  <a:srgbClr val="66D9E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u="sng" dirty="0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Sales</a:t>
            </a:r>
          </a:p>
          <a:p>
            <a:r>
              <a:rPr lang="en-US" dirty="0"/>
              <a:t>RAM &amp; SSD are extendible (if customer wants)</a:t>
            </a:r>
          </a:p>
          <a:p>
            <a:r>
              <a:rPr lang="en-US" dirty="0"/>
              <a:t>The price of Extended RAM and SSD are added to the original price of laptop</a:t>
            </a:r>
          </a:p>
          <a:p>
            <a:r>
              <a:rPr lang="en-US" dirty="0"/>
              <a:t>It outputs the record to file named “</a:t>
            </a:r>
            <a:r>
              <a:rPr lang="en-US" b="0" dirty="0">
                <a:solidFill>
                  <a:srgbClr val="E6DB74"/>
                </a:solidFill>
                <a:effectLst/>
                <a:latin typeface="Consolas" panose="020B0609020204030204" pitchFamily="49" charset="0"/>
              </a:rPr>
              <a:t>sales.txt</a:t>
            </a:r>
            <a:r>
              <a:rPr lang="en-US" dirty="0"/>
              <a:t>”</a:t>
            </a:r>
          </a:p>
          <a:p>
            <a:r>
              <a:rPr lang="en-US" dirty="0"/>
              <a:t>Then ask customer for further shopping</a:t>
            </a:r>
          </a:p>
        </p:txBody>
      </p:sp>
    </p:spTree>
    <p:extLst>
      <p:ext uri="{BB962C8B-B14F-4D97-AF65-F5344CB8AC3E}">
        <p14:creationId xmlns:p14="http://schemas.microsoft.com/office/powerpoint/2010/main" val="36611808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60296" y="1600200"/>
            <a:ext cx="3122613" cy="1828800"/>
          </a:xfrm>
        </p:spPr>
        <p:txBody>
          <a:bodyPr/>
          <a:lstStyle/>
          <a:p>
            <a:r>
              <a:rPr lang="en-US" dirty="0"/>
              <a:t>Sales invoice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60295" y="3429000"/>
            <a:ext cx="3122613" cy="182880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Single order report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 the sale’s data of one customer</a:t>
            </a:r>
          </a:p>
          <a:p>
            <a:endParaRPr lang="en-US" dirty="0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0842DAA9-EA66-4142-9D9B-207E850318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98" y="1412776"/>
            <a:ext cx="8731921" cy="3787824"/>
          </a:xfrm>
        </p:spPr>
      </p:pic>
    </p:spTree>
    <p:extLst>
      <p:ext uri="{BB962C8B-B14F-4D97-AF65-F5344CB8AC3E}">
        <p14:creationId xmlns:p14="http://schemas.microsoft.com/office/powerpoint/2010/main" val="32325601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8288" y="3215745"/>
            <a:ext cx="3122613" cy="1828800"/>
          </a:xfrm>
        </p:spPr>
        <p:txBody>
          <a:bodyPr/>
          <a:lstStyle/>
          <a:p>
            <a:r>
              <a:rPr lang="en-US" dirty="0"/>
              <a:t>SALES REPORT</a:t>
            </a:r>
            <a:endParaRPr dirty="0"/>
          </a:p>
        </p:txBody>
      </p:sp>
      <p:pic>
        <p:nvPicPr>
          <p:cNvPr id="14" name="Picture Placeholder 13">
            <a:extLst>
              <a:ext uri="{FF2B5EF4-FFF2-40B4-BE49-F238E27FC236}">
                <a16:creationId xmlns:a16="http://schemas.microsoft.com/office/drawing/2014/main" id="{C6AF8EFE-4C17-4A0F-8AFD-351F10650A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756" y="237673"/>
            <a:ext cx="11844488" cy="3695383"/>
          </a:xfr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2850E60-2034-4FBB-84A7-4E1F23F727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8288" y="5104987"/>
            <a:ext cx="3124161" cy="182880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Total sales report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Record of all the sale made for ALL the orders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Multiple order sale’s report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857640680"/>
      </p:ext>
    </p:extLst>
  </p:cSld>
  <p:clrMapOvr>
    <a:masterClrMapping/>
  </p:clrMapOvr>
</p:sld>
</file>

<file path=ppt/theme/theme1.xml><?xml version="1.0" encoding="utf-8"?>
<a:theme xmlns:a="http://schemas.openxmlformats.org/drawingml/2006/main" name="Tech Computer 16x9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2901026.potx" id="{FD85E87A-7813-4F67-9E59-69B5487A1910}" vid="{BDF94C36-3ACF-4CF1-939F-F4211E6D666F}"/>
    </a:ext>
  </a:extLst>
</a:theme>
</file>

<file path=ppt/theme/theme2.xml><?xml version="1.0" encoding="utf-8"?>
<a:theme xmlns:a="http://schemas.openxmlformats.org/drawingml/2006/main" name="Office Theme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technology circuit board design presentation (widescreen)</Template>
  <TotalTime>227</TotalTime>
  <Words>541</Words>
  <Application>Microsoft Office PowerPoint</Application>
  <PresentationFormat>Widescreen</PresentationFormat>
  <Paragraphs>92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Bahnschrift SemiBold</vt:lpstr>
      <vt:lpstr>Candara</vt:lpstr>
      <vt:lpstr>Consolas</vt:lpstr>
      <vt:lpstr>Wingdings</vt:lpstr>
      <vt:lpstr>Tech Computer 16x9</vt:lpstr>
      <vt:lpstr>Computer Sales Point</vt:lpstr>
      <vt:lpstr>Title and Content Layout with List</vt:lpstr>
      <vt:lpstr>Libraries</vt:lpstr>
      <vt:lpstr>Prototypes</vt:lpstr>
      <vt:lpstr>Simple outline of code</vt:lpstr>
      <vt:lpstr>Main Function</vt:lpstr>
      <vt:lpstr>Store Functions</vt:lpstr>
      <vt:lpstr>Sales Info</vt:lpstr>
      <vt:lpstr> </vt:lpstr>
      <vt:lpstr>Sales invoice</vt:lpstr>
      <vt:lpstr>SALES REPORT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Sales Point</dc:title>
  <dc:creator>Jarvis</dc:creator>
  <cp:lastModifiedBy>Jarvis</cp:lastModifiedBy>
  <cp:revision>17</cp:revision>
  <dcterms:created xsi:type="dcterms:W3CDTF">2023-07-29T08:22:44Z</dcterms:created>
  <dcterms:modified xsi:type="dcterms:W3CDTF">2023-07-31T05:46:27Z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